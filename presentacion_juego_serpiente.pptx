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3" r:id="rId4"/>
  </p:sldMasterIdLst>
  <p:notesMasterIdLst>
    <p:notesMasterId r:id="rId18"/>
  </p:notesMasterIdLst>
  <p:handoutMasterIdLst>
    <p:handoutMasterId r:id="rId19"/>
  </p:handoutMasterIdLst>
  <p:sldIdLst>
    <p:sldId id="2561" r:id="rId5"/>
    <p:sldId id="2562" r:id="rId6"/>
    <p:sldId id="2563" r:id="rId7"/>
    <p:sldId id="2570" r:id="rId8"/>
    <p:sldId id="2571" r:id="rId9"/>
    <p:sldId id="2566" r:id="rId10"/>
    <p:sldId id="2567" r:id="rId11"/>
    <p:sldId id="2568" r:id="rId12"/>
    <p:sldId id="2569" r:id="rId13"/>
    <p:sldId id="2564" r:id="rId14"/>
    <p:sldId id="2565" r:id="rId15"/>
    <p:sldId id="2572" r:id="rId16"/>
    <p:sldId id="2573" r:id="rId17"/>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yecto Final: Juego de la Serpiente en Python" id="{04586D24-90EB-46A3-84DA-1FA7ED9FD37A}">
          <p14:sldIdLst>
            <p14:sldId id="2561"/>
          </p14:sldIdLst>
        </p14:section>
        <p14:section name="Introducción al Proyecto" id="{33914AF9-18FA-4BDB-B5B0-B5F3490F7525}">
          <p14:sldIdLst>
            <p14:sldId id="2562"/>
            <p14:sldId id="2563"/>
          </p14:sldIdLst>
        </p14:section>
        <p14:section name="Flujo del Juego" id="{5B08FA01-509F-401C-ADA8-368FB297F53C}">
          <p14:sldIdLst/>
        </p14:section>
        <p14:section name="Características del Juego" id="{3237CEED-6B96-4D05-80A4-F737C22977EB}">
          <p14:sldIdLst>
            <p14:sldId id="2570"/>
            <p14:sldId id="2571"/>
            <p14:sldId id="2566"/>
            <p14:sldId id="2567"/>
            <p14:sldId id="2568"/>
            <p14:sldId id="2569"/>
            <p14:sldId id="2564"/>
            <p14:sldId id="2565"/>
          </p14:sldIdLst>
        </p14:section>
        <p14:section name="Estructura del Código" id="{823019E2-482F-4BE3-8D0E-FC31338365F8}">
          <p14:sldIdLst/>
        </p14:section>
        <p14:section name="Conclusiones y Mejoras" id="{ADD55715-073A-4585-827F-4258EB0ED417}">
          <p14:sldIdLst>
            <p14:sldId id="2572"/>
            <p14:sldId id="2573"/>
          </p14:sldIdLst>
        </p14:section>
        <p14:section name="Tecnologías Utilizadas" id="{BD066430-6784-4F07-817F-79E70E87662C}">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0E4221-6F06-64E5-5214-772388C857B5}" name="Elizabeth Feldbruegge (ALLEGIS GROUP HOLDINGS INC)" initials="EF(GHI" userId="S::v-felizabeth@microsoft.com::ba5aea11-28e4-484d-8e49-c15efb1bd2e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DACFC"/>
    <a:srgbClr val="000000"/>
    <a:srgbClr val="FFFFFF"/>
    <a:srgbClr val="37FFF1"/>
    <a:srgbClr val="0B0C12"/>
    <a:srgbClr val="0E0F17"/>
    <a:srgbClr val="020621"/>
    <a:srgbClr val="13131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F17FDB-AB95-460D-8C00-8D8502057B07}" v="14" dt="2025-12-20T19:50:59.469"/>
    <p1510:client id="{79F8F67D-8050-282B-C32B-AE5092DCC420}" v="2" dt="2025-12-20T19:57:35.1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0"/>
    <p:restoredTop sz="94630"/>
  </p:normalViewPr>
  <p:slideViewPr>
    <p:cSldViewPr snapToGrid="0">
      <p:cViewPr varScale="1">
        <p:scale>
          <a:sx n="107" d="100"/>
          <a:sy n="107" d="100"/>
        </p:scale>
        <p:origin x="714" y="1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4092E33C-8E56-15D7-91D9-0C9D51898F3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r>
              <a:rPr lang="es-MX"/>
              <a:t>Link del proyecto: https://github.com/gusluzard/juego_snake.git</a:t>
            </a:r>
            <a:endParaRPr lang="en-US"/>
          </a:p>
        </p:txBody>
      </p:sp>
      <p:sp>
        <p:nvSpPr>
          <p:cNvPr id="3" name="Marcador de fecha 2">
            <a:extLst>
              <a:ext uri="{FF2B5EF4-FFF2-40B4-BE49-F238E27FC236}">
                <a16:creationId xmlns:a16="http://schemas.microsoft.com/office/drawing/2014/main" id="{AF84E5C4-3075-2128-3C95-66CDB0C1F39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FA2C14BC-9E0B-417D-A4B6-D3A52302FEC1}" type="datetimeFigureOut">
              <a:rPr lang="en-US" smtClean="0"/>
              <a:t>12/20/2025</a:t>
            </a:fld>
            <a:endParaRPr lang="en-US"/>
          </a:p>
        </p:txBody>
      </p:sp>
      <p:sp>
        <p:nvSpPr>
          <p:cNvPr id="4" name="Marcador de pie de página 3">
            <a:extLst>
              <a:ext uri="{FF2B5EF4-FFF2-40B4-BE49-F238E27FC236}">
                <a16:creationId xmlns:a16="http://schemas.microsoft.com/office/drawing/2014/main" id="{10EDE216-B0E2-6179-F0CB-DA746C5A105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r>
              <a:rPr lang="es-MX"/>
              <a:t>Link del proyecto: https://github.com/gusluzard/juego_snake.git</a:t>
            </a:r>
            <a:endParaRPr lang="en-US"/>
          </a:p>
        </p:txBody>
      </p:sp>
      <p:sp>
        <p:nvSpPr>
          <p:cNvPr id="5" name="Marcador de número de diapositiva 4">
            <a:extLst>
              <a:ext uri="{FF2B5EF4-FFF2-40B4-BE49-F238E27FC236}">
                <a16:creationId xmlns:a16="http://schemas.microsoft.com/office/drawing/2014/main" id="{EDE76486-0E2A-27D1-56AC-57AF7869110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AD3A4AD-A02B-4727-AB32-0630F343D8AA}" type="slidenum">
              <a:rPr lang="en-US" smtClean="0"/>
              <a:t>‹Nº›</a:t>
            </a:fld>
            <a:endParaRPr lang="en-US"/>
          </a:p>
        </p:txBody>
      </p:sp>
    </p:spTree>
    <p:extLst>
      <p:ext uri="{BB962C8B-B14F-4D97-AF65-F5344CB8AC3E}">
        <p14:creationId xmlns:p14="http://schemas.microsoft.com/office/powerpoint/2010/main" val="2708324853"/>
      </p:ext>
    </p:extLst>
  </p:cSld>
  <p:clrMap bg1="lt1" tx1="dk1" bg2="lt2" tx2="dk2" accent1="accent1" accent2="accent2" accent3="accent3" accent4="accent4" accent5="accent5" accent6="accent6" hlink="hlink" folHlink="folHlink"/>
  <p:hf sldNum="0" hdr="0" ftr="0" dt="0"/>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r>
              <a:rPr lang="es-MX"/>
              <a:t>Link del proyecto: https://github.com/gusluzard/juego_snake.git</a:t>
            </a:r>
            <a:endParaRPr lang="en-U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5C7FB986-3F20-4AE6-9D44-118BB6C2AE02}" type="datetimeFigureOut">
              <a:rPr lang="en-US" smtClean="0"/>
              <a:t>12/20/2025</a:t>
            </a:fld>
            <a:endParaRPr lang="en-U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r>
              <a:rPr lang="es-MX"/>
              <a:t>Link del proyecto: https://github.com/gusluzard/juego_snake.git</a:t>
            </a:r>
            <a:endParaRPr lang="en-U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17E59575-30D1-4661-8D21-5CF1396340F1}" type="slidenum">
              <a:rPr lang="en-US" smtClean="0"/>
              <a:t>‹Nº›</a:t>
            </a:fld>
            <a:endParaRPr lang="en-US"/>
          </a:p>
        </p:txBody>
      </p:sp>
    </p:spTree>
    <p:extLst>
      <p:ext uri="{BB962C8B-B14F-4D97-AF65-F5344CB8AC3E}">
        <p14:creationId xmlns:p14="http://schemas.microsoft.com/office/powerpoint/2010/main" val="2691956534"/>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El contenido generado por IA puede ser incorrecto.
---
</a:t>
            </a:r>
          </a:p>
        </p:txBody>
      </p:sp>
    </p:spTree>
    <p:extLst>
      <p:ext uri="{BB962C8B-B14F-4D97-AF65-F5344CB8AC3E}">
        <p14:creationId xmlns:p14="http://schemas.microsoft.com/office/powerpoint/2010/main" val="33056125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Descripción y Objetivo</a:t>
            </a:r>
          </a:p>
        </p:txBody>
      </p:sp>
    </p:spTree>
    <p:extLst>
      <p:ext uri="{BB962C8B-B14F-4D97-AF65-F5344CB8AC3E}">
        <p14:creationId xmlns:p14="http://schemas.microsoft.com/office/powerpoint/2010/main" val="25100465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Este proyecto consiste en la implementación del clásico juego de la serpiente utilizando el lenguaje de programación Python. El objetivo principal es aplicar los conceptos fundamentales de lógica de programación, como estructuras de control, manejo de eventos y listas, para crear una aplicación interactiva que se ejecute en consola. El juego permite al usuario controlar una serpiente que se desplaza por un mapa, consume comida y crece en tamaño, mientras evita colisiones con las paredes y consigo misma. Este proyecto busca demostrar la capacidad de integrar funciones, bucles y condiciones para desarrollar un flujo lógico que simule un comportamiento dinámico y entretenido. Además, se pretende reforzar habilidades en la gestión de estados del juego, la captura de entradas del teclado y la actualización continua de la interfaz textual. La experiencia obtenida con este desarrollo es valiosa para comprender cómo se estructuran los videojuegos básicos y cómo se pueden optimizar para mejorar la jugabilidad. En resumen, el objetivo es consolidar conocimientos teóricos mediante una aplicación práctica que combine creatividad y programación estructurada.</a:t>
            </a:r>
          </a:p>
        </p:txBody>
      </p:sp>
    </p:spTree>
    <p:extLst>
      <p:ext uri="{BB962C8B-B14F-4D97-AF65-F5344CB8AC3E}">
        <p14:creationId xmlns:p14="http://schemas.microsoft.com/office/powerpoint/2010/main" val="219774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Diagrama y Secuencia Lógica</a:t>
            </a:r>
          </a:p>
        </p:txBody>
      </p:sp>
    </p:spTree>
    <p:extLst>
      <p:ext uri="{BB962C8B-B14F-4D97-AF65-F5344CB8AC3E}">
        <p14:creationId xmlns:p14="http://schemas.microsoft.com/office/powerpoint/2010/main" val="39289238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El flujo del juego sigue una secuencia lógica que asegura la interacción continua entre el usuario y el sistema. El proceso inicia con la configuración del mapa y la posición inicial de la serpiente. Luego, se dibuja el mapa en consola y se activa la escucha de eventos del teclado para capturar las direcciones. En cada iteración del bucle principal, se calcula la nueva posición de la cabeza de la serpiente según la dirección actual. A continuación, se verifica si la nueva posición provoca una colisión con las paredes o con el propio cuerpo; en caso afirmativo, el juego termina mostrando un mensaje de 'Game Over'. Si no hay colisión, se inserta la nueva cabeza en la lista que representa la serpiente. Si la serpiente ha comido la comida, se genera una nueva posición para esta y se incrementa la velocidad del juego; de lo contrario, se elimina el último segmento para simular el movimiento. Finalmente, se redibuja el mapa y se repite el ciclo. Este flujo garantiza una experiencia dinámica y coherente, donde cada acción del jugador tiene un impacto inmediato en el estado del juego.</a:t>
            </a:r>
          </a:p>
        </p:txBody>
      </p:sp>
    </p:spTree>
    <p:extLst>
      <p:ext uri="{BB962C8B-B14F-4D97-AF65-F5344CB8AC3E}">
        <p14:creationId xmlns:p14="http://schemas.microsoft.com/office/powerpoint/2010/main" val="42440176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Lenguaje y Librerías</a:t>
            </a:r>
          </a:p>
        </p:txBody>
      </p:sp>
    </p:spTree>
    <p:extLst>
      <p:ext uri="{BB962C8B-B14F-4D97-AF65-F5344CB8AC3E}">
        <p14:creationId xmlns:p14="http://schemas.microsoft.com/office/powerpoint/2010/main" val="30145195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El desarrollo del juego se realizó utilizando Python, un lenguaje de programación versátil y ampliamente utilizado en entornos educativos y profesionales. Para la implementación de funcionalidades específicas, se emplearon varias librerías estándar y externas. La librería 'random' se utilizó para generar posiciones aleatorias de la comida dentro del mapa, asegurando que no coincidan con la ubicación actual de la serpiente. La librería 'time' permitió controlar la velocidad del juego mediante pausas entre movimientos, lo que facilita la percepción del desplazamiento en tiempo real. Además, se incorporó la librería 'pynput', que es fundamental para la captura de eventos del teclado, permitiendo que el jugador cambie la dirección de la serpiente de manera interactiva. Estas herramientas, combinadas con estructuras básicas de Python como listas, bucles y condicionales, conforman la base tecnológica del proyecto. El uso de estas librerías demuestra cómo se pueden integrar módulos externos para ampliar las capacidades de un programa y crear aplicaciones más complejas y funcionales.</a:t>
            </a:r>
          </a:p>
        </p:txBody>
      </p:sp>
    </p:spTree>
    <p:extLst>
      <p:ext uri="{BB962C8B-B14F-4D97-AF65-F5344CB8AC3E}">
        <p14:creationId xmlns:p14="http://schemas.microsoft.com/office/powerpoint/2010/main" val="17587737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Componentes y Funciones Clave</a:t>
            </a:r>
          </a:p>
        </p:txBody>
      </p:sp>
    </p:spTree>
    <p:extLst>
      <p:ext uri="{BB962C8B-B14F-4D97-AF65-F5344CB8AC3E}">
        <p14:creationId xmlns:p14="http://schemas.microsoft.com/office/powerpoint/2010/main" val="41907529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El código del juego está organizado en secciones que cumplen funciones específicas para garantizar la lógica y el flujo del programa. La primera parte define la configuración inicial, incluyendo el tamaño del mapa, la velocidad del movimiento y la posición inicial de la serpiente. Posteriormente, se implementa la función 'generar_comida()', encargada de ubicar la comida en una posición aleatoria que no coincida con el cuerpo de la serpiente. La función 'dibujar_mapa()' se ocupa de imprimir en consola el estado actual del juego, mostrando la serpiente, la comida y los bordes del mapa. Para la interacción del usuario, se utiliza la función 'presionar()', que captura las teclas presionadas y actualiza la dirección de movimiento, evitando giros prohibidos que puedan causar colisiones inmediatas. Finalmente, el bucle principal del juego gestiona el desplazamiento de la serpiente, la detección de colisiones con paredes y consigo misma, y la lógica para incrementar la longitud y velocidad cuando se consume comida. Esta estructura modular facilita la comprensión del código y permite realizar mejoras futuras, como añadir puntuaciones o implementar una interfaz gráfica.</a:t>
            </a:r>
          </a:p>
        </p:txBody>
      </p:sp>
    </p:spTree>
    <p:extLst>
      <p:ext uri="{BB962C8B-B14F-4D97-AF65-F5344CB8AC3E}">
        <p14:creationId xmlns:p14="http://schemas.microsoft.com/office/powerpoint/2010/main" val="21653897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Funcionalidades Principales</a:t>
            </a:r>
          </a:p>
        </p:txBody>
      </p:sp>
    </p:spTree>
    <p:extLst>
      <p:ext uri="{BB962C8B-B14F-4D97-AF65-F5344CB8AC3E}">
        <p14:creationId xmlns:p14="http://schemas.microsoft.com/office/powerpoint/2010/main" val="17427541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El juego de la serpiente desarrollado presenta varias características esenciales que garantizan su funcionamiento y jugabilidad. En primer lugar, el mapa tiene un tamaño fijo de 20x20, delimitado por bordes que representan las paredes, lo que establece el espacio donde la serpiente puede moverse. La serpiente inicia con tres segmentos y se controla mediante las teclas de dirección del teclado (flechas arriba, abajo, izquierda y derecha), lo que permite un control intuitivo. La comida se genera de manera aleatoria en posiciones libres del mapa, representada por el símbolo '*', y cada vez que la serpiente la consume, aumenta su longitud y la velocidad del juego se incrementa ligeramente, añadiendo un nivel progresivo de dificultad. El sistema incluye detección de colisiones tanto con las paredes como con el propio cuerpo de la serpiente, lo que provoca el fin del juego si ocurre alguna de estas condiciones. Además, se implementa un bucle principal que actualiza el estado del juego en tiempo real, redibuja el mapa y gestiona la lógica de movimiento. Estas funcionalidades hacen que el juego sea dinámico, desafiante y representativo de los principios básicos de programación orientada a eventos y lógica secuencial.</a:t>
            </a:r>
          </a:p>
        </p:txBody>
      </p:sp>
    </p:spTree>
    <p:extLst>
      <p:ext uri="{BB962C8B-B14F-4D97-AF65-F5344CB8AC3E}">
        <p14:creationId xmlns:p14="http://schemas.microsoft.com/office/powerpoint/2010/main" val="12728457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Aprendizajes y Futuras Implementaciones</a:t>
            </a:r>
          </a:p>
        </p:txBody>
      </p:sp>
    </p:spTree>
    <p:extLst>
      <p:ext uri="{BB962C8B-B14F-4D97-AF65-F5344CB8AC3E}">
        <p14:creationId xmlns:p14="http://schemas.microsoft.com/office/powerpoint/2010/main" val="5681776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El desarrollo de este proyecto permitió consolidar conocimientos fundamentales sobre lógica de programación, manejo de estructuras de datos y control de flujo en Python. Se aprendió a integrar librerías externas para capturar eventos y gestionar la interacción en tiempo real, así como a diseñar funciones modulares que facilitan la organización del código. Además, se comprendió la importancia de la detección de colisiones y la actualización dinámica del estado del juego para mantener la jugabilidad. Como posibles mejoras, se plantea la implementación de una interfaz gráfica utilizando librerías como 'pygame', la incorporación de un sistema de puntuación que motive al jugador, y la creación de niveles con diferentes tamaños de mapa y velocidades iniciales. También se podría añadir música y efectos sonoros para enriquecer la experiencia. En conclusión, este proyecto no solo cumple con los objetivos académicos, sino que también abre la puerta a desarrollos más complejos y creativos en el ámbito de la programación de videojuegos.</a:t>
            </a:r>
          </a:p>
        </p:txBody>
      </p:sp>
    </p:spTree>
    <p:extLst>
      <p:ext uri="{BB962C8B-B14F-4D97-AF65-F5344CB8AC3E}">
        <p14:creationId xmlns:p14="http://schemas.microsoft.com/office/powerpoint/2010/main" val="27687256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con imagen">
    <p:spTree>
      <p:nvGrpSpPr>
        <p:cNvPr id="1" name=""/>
        <p:cNvGrpSpPr/>
        <p:nvPr/>
      </p:nvGrpSpPr>
      <p:grpSpPr>
        <a:xfrm>
          <a:off x="0" y="0"/>
          <a:ext cx="0" cy="0"/>
          <a:chOff x="0" y="0"/>
          <a:chExt cx="0" cy="0"/>
        </a:xfrm>
      </p:grpSpPr>
      <p:sp>
        <p:nvSpPr>
          <p:cNvPr id="9" name="Marcador de posición de imagen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rtlCol="0"/>
          <a:lstStyle>
            <a:lvl1pPr>
              <a:defRPr/>
            </a:lvl1pPr>
          </a:lstStyle>
          <a:p>
            <a:pPr rtl="0"/>
            <a:r>
              <a:rPr lang="es"/>
              <a:t>   </a:t>
            </a:r>
          </a:p>
        </p:txBody>
      </p:sp>
      <p:sp>
        <p:nvSpPr>
          <p:cNvPr id="6" name="Título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rtlCol="0" anchor="t"/>
          <a:lstStyle>
            <a:lvl1pPr>
              <a:defRPr sz="5000"/>
            </a:lvl1pPr>
          </a:lstStyle>
          <a:p>
            <a:pPr rtl="0"/>
            <a:r>
              <a:rPr lang="es"/>
              <a:t>Haga clic para modificar el estilo de título del patrón</a:t>
            </a:r>
          </a:p>
        </p:txBody>
      </p:sp>
      <p:sp>
        <p:nvSpPr>
          <p:cNvPr id="15" name="Subtítulo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rtl="0"/>
            <a:r>
              <a:rPr lang="es"/>
              <a:t>Haga clic para editar el estilo de subtítulo del patrón</a:t>
            </a:r>
            <a:endParaRPr lang="en-US" dirty="0"/>
          </a:p>
        </p:txBody>
      </p:sp>
      <p:sp>
        <p:nvSpPr>
          <p:cNvPr id="11" name="Marcador de fecha 10">
            <a:extLst>
              <a:ext uri="{FF2B5EF4-FFF2-40B4-BE49-F238E27FC236}">
                <a16:creationId xmlns:a16="http://schemas.microsoft.com/office/drawing/2014/main" id="{A03BE6F4-76AC-1913-6858-8449FC30A22C}"/>
              </a:ext>
            </a:extLst>
          </p:cNvPr>
          <p:cNvSpPr>
            <a:spLocks noGrp="1"/>
          </p:cNvSpPr>
          <p:nvPr>
            <p:ph type="dt" sz="half" idx="14"/>
          </p:nvPr>
        </p:nvSpPr>
        <p:spPr/>
        <p:txBody>
          <a:bodyPr rtlCol="0"/>
          <a:lstStyle/>
          <a:p>
            <a:pPr rtl="0"/>
            <a:r>
              <a:rPr lang="es-EC"/>
              <a:t>24/11/2025</a:t>
            </a:r>
            <a:endParaRPr lang="en-US" dirty="0"/>
          </a:p>
        </p:txBody>
      </p:sp>
      <p:sp>
        <p:nvSpPr>
          <p:cNvPr id="12" name="Marcador de pie de página 11">
            <a:extLst>
              <a:ext uri="{FF2B5EF4-FFF2-40B4-BE49-F238E27FC236}">
                <a16:creationId xmlns:a16="http://schemas.microsoft.com/office/drawing/2014/main" id="{3A959F0E-1234-A029-DD14-0642D1457559}"/>
              </a:ext>
            </a:extLst>
          </p:cNvPr>
          <p:cNvSpPr>
            <a:spLocks noGrp="1"/>
          </p:cNvSpPr>
          <p:nvPr>
            <p:ph type="ftr" sz="quarter" idx="15"/>
          </p:nvPr>
        </p:nvSpPr>
        <p:spPr/>
        <p:txBody>
          <a:bodyPr rtlCol="0"/>
          <a:lstStyle/>
          <a:p>
            <a:pPr rtl="0"/>
            <a:r>
              <a:rPr lang="es-MX"/>
              <a:t>Link del proyecto: https://github.com/gusluzard/juego_snake.git</a:t>
            </a:r>
            <a:endParaRPr lang="es"/>
          </a:p>
        </p:txBody>
      </p:sp>
      <p:sp>
        <p:nvSpPr>
          <p:cNvPr id="14" name="Marcador de número de diapositiva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rtlCol="0"/>
          <a:lstStyle/>
          <a:p>
            <a:pPr rtl="0"/>
            <a:fld id="{5E0677F5-4A8A-4BF1-96BE-3BAE8FBAFE2E}" type="slidenum">
              <a:rPr lang="en-US" smtClean="0"/>
              <a:pPr rtl="0"/>
              <a:t>‹Nº›</a:t>
            </a:fld>
            <a:endParaRPr lang="en-US"/>
          </a:p>
        </p:txBody>
      </p:sp>
    </p:spTree>
    <p:extLst>
      <p:ext uri="{BB962C8B-B14F-4D97-AF65-F5344CB8AC3E}">
        <p14:creationId xmlns:p14="http://schemas.microsoft.com/office/powerpoint/2010/main" val="3127488414"/>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rtlCol="0" anchor="b">
            <a:normAutofit/>
          </a:bodyPr>
          <a:lstStyle>
            <a:lvl1pPr>
              <a:defRPr sz="2800">
                <a:solidFill>
                  <a:schemeClr val="tx1"/>
                </a:solidFill>
              </a:defRPr>
            </a:lvl1pPr>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45602332-ECCE-37C9-0CA1-1743D107C8E3}"/>
              </a:ext>
            </a:extLst>
          </p:cNvPr>
          <p:cNvSpPr>
            <a:spLocks noGrp="1"/>
          </p:cNvSpPr>
          <p:nvPr>
            <p:ph type="dt" sz="half" idx="14"/>
          </p:nvPr>
        </p:nvSpPr>
        <p:spPr/>
        <p:txBody>
          <a:bodyPr rtlCol="0"/>
          <a:lstStyle/>
          <a:p>
            <a:pPr rtl="0"/>
            <a:r>
              <a:rPr lang="es-EC"/>
              <a:t>24/11/2025</a:t>
            </a:r>
            <a:endParaRPr lang="en-US"/>
          </a:p>
        </p:txBody>
      </p:sp>
      <p:sp>
        <p:nvSpPr>
          <p:cNvPr id="7" name="Marcador de pie de página 6">
            <a:extLst>
              <a:ext uri="{FF2B5EF4-FFF2-40B4-BE49-F238E27FC236}">
                <a16:creationId xmlns:a16="http://schemas.microsoft.com/office/drawing/2014/main" id="{CA8E192A-D6F1-1585-7133-0041C85402EF}"/>
              </a:ext>
            </a:extLst>
          </p:cNvPr>
          <p:cNvSpPr>
            <a:spLocks noGrp="1"/>
          </p:cNvSpPr>
          <p:nvPr>
            <p:ph type="ftr" sz="quarter" idx="15"/>
          </p:nvPr>
        </p:nvSpPr>
        <p:spPr/>
        <p:txBody>
          <a:bodyPr rtlCol="0"/>
          <a:lstStyle/>
          <a:p>
            <a:pPr rtl="0"/>
            <a:r>
              <a:rPr lang="es-MX"/>
              <a:t>Link del proyecto: https://github.com/gusluzard/juego_snake.git</a:t>
            </a:r>
            <a:endParaRPr lang="es"/>
          </a:p>
        </p:txBody>
      </p:sp>
      <p:sp>
        <p:nvSpPr>
          <p:cNvPr id="9" name="Marcador de número de diapositiva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8" name="Marcador de contenido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cxnSp>
        <p:nvCxnSpPr>
          <p:cNvPr id="4" name="Conector recto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8718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con imagen 2">
    <p:spTree>
      <p:nvGrpSpPr>
        <p:cNvPr id="1" name=""/>
        <p:cNvGrpSpPr/>
        <p:nvPr/>
      </p:nvGrpSpPr>
      <p:grpSpPr>
        <a:xfrm>
          <a:off x="0" y="0"/>
          <a:ext cx="0" cy="0"/>
          <a:chOff x="0" y="0"/>
          <a:chExt cx="0" cy="0"/>
        </a:xfrm>
      </p:grpSpPr>
      <p:sp>
        <p:nvSpPr>
          <p:cNvPr id="9" name="Marcador de posición de imagen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l="1" r="-18789"/>
            </a:stretch>
          </a:blipFill>
        </p:spPr>
        <p:txBody>
          <a:bodyPr rtlCol="0"/>
          <a:lstStyle>
            <a:lvl1pPr>
              <a:defRPr/>
            </a:lvl1pPr>
          </a:lstStyle>
          <a:p>
            <a:pPr rtl="0"/>
            <a:r>
              <a:rPr lang="es"/>
              <a:t>   </a:t>
            </a:r>
          </a:p>
        </p:txBody>
      </p:sp>
      <p:sp>
        <p:nvSpPr>
          <p:cNvPr id="5" name="Título 4">
            <a:extLst>
              <a:ext uri="{FF2B5EF4-FFF2-40B4-BE49-F238E27FC236}">
                <a16:creationId xmlns:a16="http://schemas.microsoft.com/office/drawing/2014/main" id="{DD95CC36-AD95-97AF-0B3C-4CA25FF5420C}"/>
              </a:ext>
            </a:extLst>
          </p:cNvPr>
          <p:cNvSpPr>
            <a:spLocks noGrp="1"/>
          </p:cNvSpPr>
          <p:nvPr>
            <p:ph type="title"/>
          </p:nvPr>
        </p:nvSpPr>
        <p:spPr>
          <a:xfrm>
            <a:off x="0" y="3671046"/>
            <a:ext cx="12188952" cy="3186953"/>
          </a:xfrm>
          <a:gradFill>
            <a:gsLst>
              <a:gs pos="56000">
                <a:schemeClr val="bg2">
                  <a:alpha val="71000"/>
                </a:schemeClr>
              </a:gs>
              <a:gs pos="82000">
                <a:schemeClr val="bg2"/>
              </a:gs>
              <a:gs pos="16000">
                <a:schemeClr val="accent4">
                  <a:alpha val="0"/>
                </a:schemeClr>
              </a:gs>
            </a:gsLst>
            <a:lin ang="5400000" scaled="0"/>
          </a:gradFill>
        </p:spPr>
        <p:txBody>
          <a:bodyPr lIns="365760" tIns="91440" rIns="457200" bIns="1005840" rtlCol="0"/>
          <a:lstStyle>
            <a:lvl1pPr>
              <a:defRPr sz="5000"/>
            </a:lvl1pPr>
          </a:lstStyle>
          <a:p>
            <a:pPr rtl="0"/>
            <a:r>
              <a:rPr lang="es"/>
              <a:t>Haga clic para modificar el estilo de título del patrón</a:t>
            </a:r>
          </a:p>
        </p:txBody>
      </p:sp>
      <p:sp>
        <p:nvSpPr>
          <p:cNvPr id="14" name="Subtítulo 2">
            <a:extLst>
              <a:ext uri="{FF2B5EF4-FFF2-40B4-BE49-F238E27FC236}">
                <a16:creationId xmlns:a16="http://schemas.microsoft.com/office/drawing/2014/main" id="{E3BCE92C-E876-D640-79C7-9E2EE54A7517}"/>
              </a:ext>
            </a:extLst>
          </p:cNvPr>
          <p:cNvSpPr>
            <a:spLocks noGrp="1"/>
          </p:cNvSpPr>
          <p:nvPr>
            <p:ph type="subTitle" idx="1"/>
          </p:nvPr>
        </p:nvSpPr>
        <p:spPr>
          <a:xfrm>
            <a:off x="0" y="5770529"/>
            <a:ext cx="12192000" cy="1087471"/>
          </a:xfrm>
          <a:gradFill>
            <a:gsLst>
              <a:gs pos="29000">
                <a:schemeClr val="bg2">
                  <a:alpha val="0"/>
                </a:schemeClr>
              </a:gs>
              <a:gs pos="47000">
                <a:schemeClr val="accent4">
                  <a:lumMod val="50000"/>
                  <a:alpha val="0"/>
                </a:schemeClr>
              </a:gs>
              <a:gs pos="100000">
                <a:schemeClr val="accent3">
                  <a:lumMod val="60000"/>
                  <a:lumOff val="40000"/>
                </a:schemeClr>
              </a:gs>
            </a:gsLst>
            <a:lin ang="5160000" scaled="0"/>
          </a:gradFill>
        </p:spPr>
        <p:txBody>
          <a:bodyPr vert="horz" lIns="393192" tIns="457200" rIns="274320" bIns="731520" rtlCol="0" anchor="b">
            <a:noAutofit/>
          </a:bodyPr>
          <a:lstStyle>
            <a:lvl1pPr marL="0" indent="0">
              <a:buNone/>
              <a:defRPr lang="en-US" sz="1400" dirty="0"/>
            </a:lvl1pPr>
          </a:lstStyle>
          <a:p>
            <a:pPr lvl="0" rtl="0"/>
            <a:r>
              <a:rPr lang="es"/>
              <a:t>Haga clic para editar el estilo de subtítulo del patrón</a:t>
            </a:r>
          </a:p>
        </p:txBody>
      </p:sp>
      <p:sp>
        <p:nvSpPr>
          <p:cNvPr id="7" name="Marcador de fecha 6">
            <a:extLst>
              <a:ext uri="{FF2B5EF4-FFF2-40B4-BE49-F238E27FC236}">
                <a16:creationId xmlns:a16="http://schemas.microsoft.com/office/drawing/2014/main" id="{0F001462-21CF-5988-0554-7DB1C494B04E}"/>
              </a:ext>
            </a:extLst>
          </p:cNvPr>
          <p:cNvSpPr>
            <a:spLocks noGrp="1"/>
          </p:cNvSpPr>
          <p:nvPr>
            <p:ph type="dt" sz="half" idx="14"/>
          </p:nvPr>
        </p:nvSpPr>
        <p:spPr>
          <a:xfrm>
            <a:off x="301752" y="210312"/>
            <a:ext cx="3447355" cy="365760"/>
          </a:xfrm>
        </p:spPr>
        <p:txBody>
          <a:bodyPr rtlCol="0"/>
          <a:lstStyle/>
          <a:p>
            <a:pPr rtl="0"/>
            <a:r>
              <a:rPr lang="es-EC"/>
              <a:t>24/11/2025</a:t>
            </a:r>
            <a:endParaRPr lang="en-US"/>
          </a:p>
        </p:txBody>
      </p:sp>
      <p:sp>
        <p:nvSpPr>
          <p:cNvPr id="8" name="Marcador de pie de página 7">
            <a:extLst>
              <a:ext uri="{FF2B5EF4-FFF2-40B4-BE49-F238E27FC236}">
                <a16:creationId xmlns:a16="http://schemas.microsoft.com/office/drawing/2014/main" id="{E972D5EE-6935-237E-C4A2-C61261249F33}"/>
              </a:ext>
            </a:extLst>
          </p:cNvPr>
          <p:cNvSpPr>
            <a:spLocks noGrp="1"/>
          </p:cNvSpPr>
          <p:nvPr>
            <p:ph type="ftr" sz="quarter" idx="15"/>
          </p:nvPr>
        </p:nvSpPr>
        <p:spPr>
          <a:xfrm>
            <a:off x="9093201" y="210312"/>
            <a:ext cx="2181351" cy="365760"/>
          </a:xfrm>
        </p:spPr>
        <p:txBody>
          <a:bodyPr rtlCol="0"/>
          <a:lstStyle/>
          <a:p>
            <a:pPr rtl="0"/>
            <a:r>
              <a:rPr lang="es-MX"/>
              <a:t>Link del proyecto: https://github.com/gusluzard/juego_snake.git</a:t>
            </a:r>
            <a:endParaRPr lang="es"/>
          </a:p>
        </p:txBody>
      </p:sp>
      <p:sp>
        <p:nvSpPr>
          <p:cNvPr id="13" name="Marcador de número de diapositiva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8687" y="210312"/>
            <a:ext cx="448805" cy="365760"/>
          </a:xfrm>
        </p:spPr>
        <p:txBody>
          <a:bodyPr rtlCol="0"/>
          <a:lstStyle/>
          <a:p>
            <a:pPr rtl="0"/>
            <a:fld id="{5E0677F5-4A8A-4BF1-96BE-3BAE8FBAFE2E}" type="slidenum">
              <a:rPr lang="en-US" smtClean="0"/>
              <a:t>‹Nº›</a:t>
            </a:fld>
            <a:endParaRPr lang="en-US"/>
          </a:p>
        </p:txBody>
      </p:sp>
    </p:spTree>
    <p:extLst>
      <p:ext uri="{BB962C8B-B14F-4D97-AF65-F5344CB8AC3E}">
        <p14:creationId xmlns:p14="http://schemas.microsoft.com/office/powerpoint/2010/main" val="948820445"/>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ítulo con imagen 3">
    <p:spTree>
      <p:nvGrpSpPr>
        <p:cNvPr id="1" name=""/>
        <p:cNvGrpSpPr/>
        <p:nvPr/>
      </p:nvGrpSpPr>
      <p:grpSpPr>
        <a:xfrm>
          <a:off x="0" y="0"/>
          <a:ext cx="0" cy="0"/>
          <a:chOff x="0" y="0"/>
          <a:chExt cx="0" cy="0"/>
        </a:xfrm>
      </p:grpSpPr>
      <p:sp>
        <p:nvSpPr>
          <p:cNvPr id="9" name="Marcador de posición de imagen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rtlCol="0"/>
          <a:lstStyle>
            <a:lvl1pPr>
              <a:defRPr/>
            </a:lvl1pPr>
          </a:lstStyle>
          <a:p>
            <a:pPr rtl="0"/>
            <a:r>
              <a:rPr lang="es"/>
              <a:t>   </a:t>
            </a:r>
          </a:p>
        </p:txBody>
      </p:sp>
      <p:sp>
        <p:nvSpPr>
          <p:cNvPr id="10" name="Título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rtlCol="0" anchor="t"/>
          <a:lstStyle>
            <a:lvl1pPr>
              <a:defRPr sz="4200"/>
            </a:lvl1pPr>
          </a:lstStyle>
          <a:p>
            <a:pPr rtl="0"/>
            <a:r>
              <a:rPr lang="es"/>
              <a:t>Haga clic para modificar el estilo de título del patrón</a:t>
            </a:r>
          </a:p>
        </p:txBody>
      </p:sp>
      <p:sp>
        <p:nvSpPr>
          <p:cNvPr id="5" name="Subtítulo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rtl="0"/>
            <a:r>
              <a:rPr lang="es"/>
              <a:t>Haga clic para editar el estilo de subtítulo del patrón</a:t>
            </a:r>
            <a:endParaRPr lang="en-US" dirty="0"/>
          </a:p>
        </p:txBody>
      </p:sp>
      <p:sp>
        <p:nvSpPr>
          <p:cNvPr id="7" name="Marcador de fecha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rtlCol="0"/>
          <a:lstStyle/>
          <a:p>
            <a:pPr rtl="0"/>
            <a:r>
              <a:rPr lang="es-EC"/>
              <a:t>24/11/2025</a:t>
            </a:r>
            <a:endParaRPr lang="en-US"/>
          </a:p>
        </p:txBody>
      </p:sp>
      <p:sp>
        <p:nvSpPr>
          <p:cNvPr id="8" name="Marcador de pie de página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rtlCol="0"/>
          <a:lstStyle/>
          <a:p>
            <a:pPr rtl="0"/>
            <a:r>
              <a:rPr lang="es-MX"/>
              <a:t>Link del proyecto: https://github.com/gusluzard/juego_snake.git</a:t>
            </a:r>
            <a:endParaRPr lang="es"/>
          </a:p>
        </p:txBody>
      </p:sp>
      <p:sp>
        <p:nvSpPr>
          <p:cNvPr id="13" name="Marcador de número de diapositiva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rtlCol="0"/>
          <a:lstStyle/>
          <a:p>
            <a:pPr rtl="0"/>
            <a:fld id="{5E0677F5-4A8A-4BF1-96BE-3BAE8FBAFE2E}" type="slidenum">
              <a:rPr lang="en-US" smtClean="0"/>
              <a:t>‹Nº›</a:t>
            </a:fld>
            <a:endParaRPr lang="en-US"/>
          </a:p>
        </p:txBody>
      </p:sp>
    </p:spTree>
    <p:extLst>
      <p:ext uri="{BB962C8B-B14F-4D97-AF65-F5344CB8AC3E}">
        <p14:creationId xmlns:p14="http://schemas.microsoft.com/office/powerpoint/2010/main" val="4232864187"/>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ítulo con imagen 4">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769146C6-F597-C006-1822-297853281771}"/>
              </a:ext>
            </a:extLst>
          </p:cNvPr>
          <p:cNvSpPr/>
          <p:nvPr/>
        </p:nvSpPr>
        <p:spPr>
          <a:xfrm rot="16200000" flipH="1">
            <a:off x="1300007" y="3732960"/>
            <a:ext cx="1825034" cy="4425045"/>
          </a:xfrm>
          <a:prstGeom prst="rect">
            <a:avLst/>
          </a:prstGeom>
          <a:gradFill flip="none" rotWithShape="1">
            <a:gsLst>
              <a:gs pos="56000">
                <a:schemeClr val="bg1">
                  <a:alpha val="0"/>
                </a:schemeClr>
              </a:gs>
              <a:gs pos="100000">
                <a:schemeClr val="accent6">
                  <a:alpha val="70000"/>
                </a:schemeClr>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Rectángulo 11">
            <a:extLst>
              <a:ext uri="{FF2B5EF4-FFF2-40B4-BE49-F238E27FC236}">
                <a16:creationId xmlns:a16="http://schemas.microsoft.com/office/drawing/2014/main" id="{AB08893D-F42F-F8AC-E751-618878BDB5EE}"/>
              </a:ext>
            </a:extLst>
          </p:cNvPr>
          <p:cNvSpPr/>
          <p:nvPr/>
        </p:nvSpPr>
        <p:spPr>
          <a:xfrm rot="10800000">
            <a:off x="0" y="-4"/>
            <a:ext cx="4572000" cy="1825033"/>
          </a:xfrm>
          <a:prstGeom prst="rect">
            <a:avLst/>
          </a:prstGeom>
          <a:gradFill>
            <a:gsLst>
              <a:gs pos="61000">
                <a:schemeClr val="bg2">
                  <a:alpha val="0"/>
                </a:schemeClr>
              </a:gs>
              <a:gs pos="100000">
                <a:schemeClr val="accent1">
                  <a:lumMod val="75000"/>
                  <a:alpha val="85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8" name="Título 7">
            <a:extLst>
              <a:ext uri="{FF2B5EF4-FFF2-40B4-BE49-F238E27FC236}">
                <a16:creationId xmlns:a16="http://schemas.microsoft.com/office/drawing/2014/main" id="{7268A13E-E2FC-935E-9D1B-2CA406D562F9}"/>
              </a:ext>
            </a:extLst>
          </p:cNvPr>
          <p:cNvSpPr>
            <a:spLocks noGrp="1"/>
          </p:cNvSpPr>
          <p:nvPr>
            <p:ph type="title"/>
          </p:nvPr>
        </p:nvSpPr>
        <p:spPr>
          <a:xfrm>
            <a:off x="268722" y="906109"/>
            <a:ext cx="3620078" cy="3445173"/>
          </a:xfrm>
        </p:spPr>
        <p:txBody>
          <a:bodyPr rtlCol="0" anchor="t">
            <a:normAutofit/>
          </a:bodyPr>
          <a:lstStyle>
            <a:lvl1pPr>
              <a:defRPr sz="3600"/>
            </a:lvl1pPr>
          </a:lstStyle>
          <a:p>
            <a:pPr rtl="0"/>
            <a:r>
              <a:rPr lang="es"/>
              <a:t>Haga clic para modificar el estilo de título del patrón</a:t>
            </a:r>
          </a:p>
        </p:txBody>
      </p:sp>
      <p:sp>
        <p:nvSpPr>
          <p:cNvPr id="10" name="Subtítulo 2">
            <a:extLst>
              <a:ext uri="{FF2B5EF4-FFF2-40B4-BE49-F238E27FC236}">
                <a16:creationId xmlns:a16="http://schemas.microsoft.com/office/drawing/2014/main" id="{51C95713-168A-6692-3C97-A85B41C1AAE4}"/>
              </a:ext>
            </a:extLst>
          </p:cNvPr>
          <p:cNvSpPr>
            <a:spLocks noGrp="1"/>
          </p:cNvSpPr>
          <p:nvPr>
            <p:ph type="subTitle" idx="1"/>
          </p:nvPr>
        </p:nvSpPr>
        <p:spPr>
          <a:xfrm>
            <a:off x="268722" y="5473037"/>
            <a:ext cx="3521018" cy="880873"/>
          </a:xfrm>
          <a:noFill/>
        </p:spPr>
        <p:txBody>
          <a:bodyPr vert="horz" lIns="91440" tIns="45720" rIns="91440" bIns="45720" rtlCol="0" anchor="b">
            <a:noAutofit/>
          </a:bodyPr>
          <a:lstStyle>
            <a:lvl1pPr marL="0" indent="0">
              <a:buNone/>
              <a:defRPr lang="en-US" sz="1600" dirty="0"/>
            </a:lvl1pPr>
          </a:lstStyle>
          <a:p>
            <a:pPr lvl="0" rtl="0"/>
            <a:r>
              <a:rPr lang="es"/>
              <a:t>Haga clic para editar el estilo de subtítulo del patrón</a:t>
            </a:r>
          </a:p>
        </p:txBody>
      </p:sp>
      <p:sp>
        <p:nvSpPr>
          <p:cNvPr id="5" name="Marcador de pie de página 4">
            <a:extLst>
              <a:ext uri="{FF2B5EF4-FFF2-40B4-BE49-F238E27FC236}">
                <a16:creationId xmlns:a16="http://schemas.microsoft.com/office/drawing/2014/main" id="{6B30B7E9-D8D3-BC56-A758-6C86B58C0AC5}"/>
              </a:ext>
            </a:extLst>
          </p:cNvPr>
          <p:cNvSpPr>
            <a:spLocks noGrp="1"/>
          </p:cNvSpPr>
          <p:nvPr>
            <p:ph type="ftr" sz="quarter" idx="15"/>
          </p:nvPr>
        </p:nvSpPr>
        <p:spPr>
          <a:xfrm>
            <a:off x="268722" y="210114"/>
            <a:ext cx="2360128" cy="365760"/>
          </a:xfrm>
        </p:spPr>
        <p:txBody>
          <a:bodyPr rtlCol="0"/>
          <a:lstStyle/>
          <a:p>
            <a:pPr rtl="0"/>
            <a:r>
              <a:rPr lang="es-MX"/>
              <a:t>Link del proyecto: https://github.com/gusluzard/juego_snake.git</a:t>
            </a:r>
            <a:endParaRPr lang="es"/>
          </a:p>
        </p:txBody>
      </p:sp>
      <p:sp>
        <p:nvSpPr>
          <p:cNvPr id="4" name="Marcador de fecha 3">
            <a:extLst>
              <a:ext uri="{FF2B5EF4-FFF2-40B4-BE49-F238E27FC236}">
                <a16:creationId xmlns:a16="http://schemas.microsoft.com/office/drawing/2014/main" id="{3D4FF974-138E-88CF-9001-1A07C67D1DFD}"/>
              </a:ext>
            </a:extLst>
          </p:cNvPr>
          <p:cNvSpPr>
            <a:spLocks noGrp="1"/>
          </p:cNvSpPr>
          <p:nvPr>
            <p:ph type="dt" sz="half" idx="14"/>
          </p:nvPr>
        </p:nvSpPr>
        <p:spPr>
          <a:xfrm>
            <a:off x="2645216" y="210114"/>
            <a:ext cx="1005840" cy="365760"/>
          </a:xfrm>
        </p:spPr>
        <p:txBody>
          <a:bodyPr rtlCol="0"/>
          <a:lstStyle/>
          <a:p>
            <a:pPr rtl="0"/>
            <a:r>
              <a:rPr lang="es-EC"/>
              <a:t>24/11/2025</a:t>
            </a:r>
            <a:endParaRPr lang="en-US"/>
          </a:p>
        </p:txBody>
      </p:sp>
      <p:sp>
        <p:nvSpPr>
          <p:cNvPr id="6" name="Marcador de número de diapositiva 5">
            <a:extLst>
              <a:ext uri="{FF2B5EF4-FFF2-40B4-BE49-F238E27FC236}">
                <a16:creationId xmlns:a16="http://schemas.microsoft.com/office/drawing/2014/main" id="{E1DA7CD4-7B92-1CD1-A9F0-94B053972CA3}"/>
              </a:ext>
            </a:extLst>
          </p:cNvPr>
          <p:cNvSpPr>
            <a:spLocks noGrp="1"/>
          </p:cNvSpPr>
          <p:nvPr>
            <p:ph type="sldNum" sz="quarter" idx="16"/>
          </p:nvPr>
        </p:nvSpPr>
        <p:spPr>
          <a:xfrm>
            <a:off x="3760180" y="210114"/>
            <a:ext cx="495299" cy="365760"/>
          </a:xfrm>
        </p:spPr>
        <p:txBody>
          <a:bodyPr rtlCol="0"/>
          <a:lstStyle/>
          <a:p>
            <a:pPr rtl="0"/>
            <a:fld id="{5E0677F5-4A8A-4BF1-96BE-3BAE8FBAFE2E}" type="slidenum">
              <a:rPr lang="en-US" smtClean="0"/>
              <a:t>‹Nº›</a:t>
            </a:fld>
            <a:endParaRPr lang="en-US"/>
          </a:p>
        </p:txBody>
      </p:sp>
      <p:sp>
        <p:nvSpPr>
          <p:cNvPr id="9" name="Marcador de posición de imagen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4572000" y="0"/>
            <a:ext cx="7620000" cy="6858000"/>
          </a:xfrm>
          <a:blipFill>
            <a:blip r:embed="rId2">
              <a:alphaModFix amt="70000"/>
            </a:blip>
            <a:stretch>
              <a:fillRect/>
            </a:stretch>
          </a:blipFill>
        </p:spPr>
        <p:txBody>
          <a:bodyPr rtlCol="0"/>
          <a:lstStyle>
            <a:lvl1pPr>
              <a:defRPr/>
            </a:lvl1pPr>
          </a:lstStyle>
          <a:p>
            <a:pPr rtl="0"/>
            <a:r>
              <a:rPr lang="es"/>
              <a:t>   </a:t>
            </a:r>
          </a:p>
        </p:txBody>
      </p:sp>
    </p:spTree>
    <p:extLst>
      <p:ext uri="{BB962C8B-B14F-4D97-AF65-F5344CB8AC3E}">
        <p14:creationId xmlns:p14="http://schemas.microsoft.com/office/powerpoint/2010/main" val="22615681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ítulo con imagen 5">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C6A8D131-CBCA-5C49-BC11-F46A79A7B14C}"/>
              </a:ext>
            </a:extLst>
          </p:cNvPr>
          <p:cNvSpPr/>
          <p:nvPr/>
        </p:nvSpPr>
        <p:spPr>
          <a:xfrm rot="16200000" flipH="1">
            <a:off x="376872" y="-386654"/>
            <a:ext cx="6858000" cy="7631304"/>
          </a:xfrm>
          <a:prstGeom prst="rect">
            <a:avLst/>
          </a:prstGeom>
          <a:gradFill flip="none" rotWithShape="1">
            <a:gsLst>
              <a:gs pos="0">
                <a:schemeClr val="accent1">
                  <a:lumMod val="75000"/>
                </a:schemeClr>
              </a:gs>
              <a:gs pos="35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ángulo 4">
            <a:extLst>
              <a:ext uri="{FF2B5EF4-FFF2-40B4-BE49-F238E27FC236}">
                <a16:creationId xmlns:a16="http://schemas.microsoft.com/office/drawing/2014/main" id="{D64BBC73-2B54-D426-37D1-91554AB6280D}"/>
              </a:ext>
            </a:extLst>
          </p:cNvPr>
          <p:cNvSpPr/>
          <p:nvPr/>
        </p:nvSpPr>
        <p:spPr>
          <a:xfrm rot="5400000">
            <a:off x="4174854" y="-1144323"/>
            <a:ext cx="3842298" cy="12191994"/>
          </a:xfrm>
          <a:prstGeom prst="rect">
            <a:avLst/>
          </a:prstGeom>
          <a:gradFill>
            <a:gsLst>
              <a:gs pos="0">
                <a:schemeClr val="accent3">
                  <a:lumMod val="50000"/>
                </a:schemeClr>
              </a:gs>
              <a:gs pos="48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Rectángulo 5">
            <a:extLst>
              <a:ext uri="{FF2B5EF4-FFF2-40B4-BE49-F238E27FC236}">
                <a16:creationId xmlns:a16="http://schemas.microsoft.com/office/drawing/2014/main" id="{E2267C95-ECBD-88E5-88AE-67841646FC78}"/>
              </a:ext>
              <a:ext uri="{C183D7F6-B498-43B3-948B-1728B52AA6E4}">
                <adec:decorative xmlns:adec="http://schemas.microsoft.com/office/drawing/2017/decorative" val="1"/>
              </a:ext>
            </a:extLst>
          </p:cNvPr>
          <p:cNvSpPr/>
          <p:nvPr/>
        </p:nvSpPr>
        <p:spPr>
          <a:xfrm flipH="1">
            <a:off x="2756015" y="0"/>
            <a:ext cx="4875297" cy="6850173"/>
          </a:xfrm>
          <a:prstGeom prst="rect">
            <a:avLst/>
          </a:prstGeom>
          <a:gradFill flip="none" rotWithShape="1">
            <a:gsLst>
              <a:gs pos="19000">
                <a:schemeClr val="bg2"/>
              </a:gs>
              <a:gs pos="49000">
                <a:schemeClr val="accent6">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Título 12">
            <a:extLst>
              <a:ext uri="{FF2B5EF4-FFF2-40B4-BE49-F238E27FC236}">
                <a16:creationId xmlns:a16="http://schemas.microsoft.com/office/drawing/2014/main" id="{AC3C9A42-36FA-B347-AD02-B9A12C8D9EAF}"/>
              </a:ext>
            </a:extLst>
          </p:cNvPr>
          <p:cNvSpPr>
            <a:spLocks noGrp="1"/>
          </p:cNvSpPr>
          <p:nvPr>
            <p:ph type="title"/>
          </p:nvPr>
        </p:nvSpPr>
        <p:spPr>
          <a:xfrm>
            <a:off x="272779" y="1135378"/>
            <a:ext cx="5676921" cy="2163626"/>
          </a:xfrm>
        </p:spPr>
        <p:txBody>
          <a:bodyPr rtlCol="0" anchor="t"/>
          <a:lstStyle>
            <a:lvl1pPr>
              <a:defRPr sz="5000"/>
            </a:lvl1pPr>
          </a:lstStyle>
          <a:p>
            <a:pPr rtl="0"/>
            <a:r>
              <a:rPr lang="es"/>
              <a:t>Haga clic para modificar el estilo de título del patrón</a:t>
            </a:r>
          </a:p>
        </p:txBody>
      </p:sp>
      <p:sp>
        <p:nvSpPr>
          <p:cNvPr id="15" name="Subtítulo 2">
            <a:extLst>
              <a:ext uri="{FF2B5EF4-FFF2-40B4-BE49-F238E27FC236}">
                <a16:creationId xmlns:a16="http://schemas.microsoft.com/office/drawing/2014/main" id="{E1DB729E-19D6-E1D5-DB31-89E9DF5D4004}"/>
              </a:ext>
            </a:extLst>
          </p:cNvPr>
          <p:cNvSpPr>
            <a:spLocks noGrp="1"/>
          </p:cNvSpPr>
          <p:nvPr>
            <p:ph type="subTitle" idx="1"/>
          </p:nvPr>
        </p:nvSpPr>
        <p:spPr>
          <a:xfrm>
            <a:off x="301752" y="4774541"/>
            <a:ext cx="4875296" cy="1591058"/>
          </a:xfrm>
          <a:noFill/>
        </p:spPr>
        <p:txBody>
          <a:bodyPr vert="horz" lIns="91440" tIns="45720" rIns="91440" bIns="45720" rtlCol="0" anchor="b">
            <a:noAutofit/>
          </a:bodyPr>
          <a:lstStyle>
            <a:lvl1pPr marL="0" indent="0">
              <a:buNone/>
              <a:defRPr lang="en-US" sz="1600" dirty="0"/>
            </a:lvl1pPr>
          </a:lstStyle>
          <a:p>
            <a:pPr lvl="0" rtl="0"/>
            <a:r>
              <a:rPr lang="es"/>
              <a:t>Haga clic para editar el estilo de subtítulo del patrón</a:t>
            </a:r>
          </a:p>
        </p:txBody>
      </p:sp>
      <p:sp>
        <p:nvSpPr>
          <p:cNvPr id="11" name="Marcador de pie de página 10">
            <a:extLst>
              <a:ext uri="{FF2B5EF4-FFF2-40B4-BE49-F238E27FC236}">
                <a16:creationId xmlns:a16="http://schemas.microsoft.com/office/drawing/2014/main" id="{F98245A6-7E39-43E3-BB93-77F622756065}"/>
              </a:ext>
            </a:extLst>
          </p:cNvPr>
          <p:cNvSpPr>
            <a:spLocks noGrp="1"/>
          </p:cNvSpPr>
          <p:nvPr>
            <p:ph type="ftr" sz="quarter" idx="15"/>
          </p:nvPr>
        </p:nvSpPr>
        <p:spPr>
          <a:xfrm>
            <a:off x="301752" y="210114"/>
            <a:ext cx="2509284" cy="365760"/>
          </a:xfrm>
        </p:spPr>
        <p:txBody>
          <a:bodyPr rtlCol="0"/>
          <a:lstStyle/>
          <a:p>
            <a:pPr rtl="0"/>
            <a:r>
              <a:rPr lang="es-MX"/>
              <a:t>Link del proyecto: https://github.com/gusluzard/juego_snake.git</a:t>
            </a:r>
            <a:endParaRPr lang="es"/>
          </a:p>
        </p:txBody>
      </p:sp>
      <p:sp>
        <p:nvSpPr>
          <p:cNvPr id="10" name="Marcador de fecha 9">
            <a:extLst>
              <a:ext uri="{FF2B5EF4-FFF2-40B4-BE49-F238E27FC236}">
                <a16:creationId xmlns:a16="http://schemas.microsoft.com/office/drawing/2014/main" id="{00431E1F-9861-6E9A-6FDA-9450A0A9109C}"/>
              </a:ext>
            </a:extLst>
          </p:cNvPr>
          <p:cNvSpPr>
            <a:spLocks noGrp="1"/>
          </p:cNvSpPr>
          <p:nvPr>
            <p:ph type="dt" sz="half" idx="14"/>
          </p:nvPr>
        </p:nvSpPr>
        <p:spPr>
          <a:xfrm>
            <a:off x="4617720" y="210114"/>
            <a:ext cx="2153412" cy="365760"/>
          </a:xfrm>
        </p:spPr>
        <p:txBody>
          <a:bodyPr rtlCol="0"/>
          <a:lstStyle/>
          <a:p>
            <a:pPr rtl="0"/>
            <a:r>
              <a:rPr lang="es-EC"/>
              <a:t>24/11/2025</a:t>
            </a:r>
            <a:endParaRPr lang="en-US"/>
          </a:p>
        </p:txBody>
      </p:sp>
      <p:sp>
        <p:nvSpPr>
          <p:cNvPr id="12" name="Marcador de número de diapositiva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210114"/>
            <a:ext cx="493776" cy="365760"/>
          </a:xfrm>
        </p:spPr>
        <p:txBody>
          <a:bodyPr rtlCol="0"/>
          <a:lstStyle/>
          <a:p>
            <a:pPr rtl="0"/>
            <a:fld id="{5E0677F5-4A8A-4BF1-96BE-3BAE8FBAFE2E}" type="slidenum">
              <a:rPr lang="en-US" smtClean="0"/>
              <a:t>‹Nº›</a:t>
            </a:fld>
            <a:endParaRPr lang="en-US"/>
          </a:p>
        </p:txBody>
      </p:sp>
      <p:sp>
        <p:nvSpPr>
          <p:cNvPr id="9" name="Marcador de posición de imagen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7621524" y="0"/>
            <a:ext cx="4570476" cy="6858000"/>
          </a:xfrm>
          <a:blipFill>
            <a:blip r:embed="rId2">
              <a:alphaModFix amt="70000"/>
            </a:blip>
            <a:stretch>
              <a:fillRect/>
            </a:stretch>
          </a:blipFill>
        </p:spPr>
        <p:txBody>
          <a:bodyPr rtlCol="0"/>
          <a:lstStyle>
            <a:lvl1pPr>
              <a:defRPr/>
            </a:lvl1pPr>
          </a:lstStyle>
          <a:p>
            <a:pPr rtl="0"/>
            <a:r>
              <a:rPr lang="es"/>
              <a:t>   </a:t>
            </a:r>
          </a:p>
        </p:txBody>
      </p:sp>
      <p:cxnSp>
        <p:nvCxnSpPr>
          <p:cNvPr id="7" name="Conector recto 6">
            <a:extLst>
              <a:ext uri="{FF2B5EF4-FFF2-40B4-BE49-F238E27FC236}">
                <a16:creationId xmlns:a16="http://schemas.microsoft.com/office/drawing/2014/main" id="{3B3541FD-375E-9F25-9D6E-2C93D6A17135}"/>
              </a:ext>
            </a:extLst>
          </p:cNvPr>
          <p:cNvCxnSpPr>
            <a:cxnSpLocks/>
          </p:cNvCxnSpPr>
          <p:nvPr userDrawn="1"/>
        </p:nvCxnSpPr>
        <p:spPr>
          <a:xfrm flipH="1">
            <a:off x="398166" y="762000"/>
            <a:ext cx="669969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947980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ítulo con imagen 6">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866C36F6-3968-40FA-37EA-155D2BE42AD1}"/>
              </a:ext>
            </a:extLst>
          </p:cNvPr>
          <p:cNvSpPr/>
          <p:nvPr/>
        </p:nvSpPr>
        <p:spPr>
          <a:xfrm>
            <a:off x="-2754" y="5254619"/>
            <a:ext cx="12188952" cy="1603381"/>
          </a:xfrm>
          <a:prstGeom prst="rect">
            <a:avLst/>
          </a:prstGeom>
          <a:gradFill>
            <a:gsLst>
              <a:gs pos="62000">
                <a:schemeClr val="accent6">
                  <a:lumMod val="50000"/>
                  <a:alpha val="0"/>
                </a:schemeClr>
              </a:gs>
              <a:gs pos="100000">
                <a:schemeClr val="accent4">
                  <a:alpha val="8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Rectángulo 9">
            <a:extLst>
              <a:ext uri="{FF2B5EF4-FFF2-40B4-BE49-F238E27FC236}">
                <a16:creationId xmlns:a16="http://schemas.microsoft.com/office/drawing/2014/main" id="{1B63A348-0551-47A0-DA50-F560E4EC6794}"/>
              </a:ext>
            </a:extLst>
          </p:cNvPr>
          <p:cNvSpPr/>
          <p:nvPr/>
        </p:nvSpPr>
        <p:spPr>
          <a:xfrm>
            <a:off x="1430867" y="4492679"/>
            <a:ext cx="10758085" cy="2365320"/>
          </a:xfrm>
          <a:prstGeom prst="rect">
            <a:avLst/>
          </a:prstGeom>
          <a:gradFill>
            <a:gsLst>
              <a:gs pos="71000">
                <a:schemeClr val="accent1">
                  <a:lumMod val="50000"/>
                  <a:alpha val="0"/>
                </a:schemeClr>
              </a:gs>
              <a:gs pos="99000">
                <a:schemeClr val="accent3">
                  <a:lumMod val="60000"/>
                  <a:lumOff val="40000"/>
                  <a:alpha val="4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5" name="Título 4">
            <a:extLst>
              <a:ext uri="{FF2B5EF4-FFF2-40B4-BE49-F238E27FC236}">
                <a16:creationId xmlns:a16="http://schemas.microsoft.com/office/drawing/2014/main" id="{7EE9334A-B58A-1191-419B-686185B07C62}"/>
              </a:ext>
            </a:extLst>
          </p:cNvPr>
          <p:cNvSpPr>
            <a:spLocks noGrp="1"/>
          </p:cNvSpPr>
          <p:nvPr>
            <p:ph type="title"/>
          </p:nvPr>
        </p:nvSpPr>
        <p:spPr>
          <a:xfrm>
            <a:off x="274320" y="5216448"/>
            <a:ext cx="7627857" cy="1394843"/>
          </a:xfrm>
        </p:spPr>
        <p:txBody>
          <a:bodyPr rtlCol="0">
            <a:normAutofit/>
          </a:bodyPr>
          <a:lstStyle>
            <a:lvl1pPr>
              <a:defRPr sz="3600"/>
            </a:lvl1pPr>
          </a:lstStyle>
          <a:p>
            <a:pPr rtl="0"/>
            <a:r>
              <a:rPr lang="es"/>
              <a:t>Haga clic para modificar el estilo de título del patrón</a:t>
            </a:r>
          </a:p>
        </p:txBody>
      </p:sp>
      <p:sp>
        <p:nvSpPr>
          <p:cNvPr id="12" name="Subtítulo 2">
            <a:extLst>
              <a:ext uri="{FF2B5EF4-FFF2-40B4-BE49-F238E27FC236}">
                <a16:creationId xmlns:a16="http://schemas.microsoft.com/office/drawing/2014/main" id="{25AC1EE1-879A-DD62-9DEE-9EDB54468EA5}"/>
              </a:ext>
            </a:extLst>
          </p:cNvPr>
          <p:cNvSpPr>
            <a:spLocks noGrp="1"/>
          </p:cNvSpPr>
          <p:nvPr>
            <p:ph type="subTitle" idx="1"/>
          </p:nvPr>
        </p:nvSpPr>
        <p:spPr>
          <a:xfrm>
            <a:off x="9183509" y="5216447"/>
            <a:ext cx="2738340" cy="1394844"/>
          </a:xfrm>
          <a:noFill/>
        </p:spPr>
        <p:txBody>
          <a:bodyPr vert="horz" lIns="91440" tIns="45720" rIns="91440" bIns="45720" rtlCol="0" anchor="b">
            <a:noAutofit/>
          </a:bodyPr>
          <a:lstStyle>
            <a:lvl1pPr marL="0" indent="0">
              <a:buNone/>
              <a:defRPr lang="en-US" sz="1400" dirty="0"/>
            </a:lvl1pPr>
          </a:lstStyle>
          <a:p>
            <a:pPr lvl="0" rtl="0"/>
            <a:r>
              <a:rPr lang="es"/>
              <a:t>Haga clic para editar el estilo de subtítulo del patrón</a:t>
            </a:r>
          </a:p>
        </p:txBody>
      </p:sp>
      <p:sp>
        <p:nvSpPr>
          <p:cNvPr id="9" name="Marcador de posición de imagen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3936570"/>
          </a:xfrm>
          <a:blipFill>
            <a:blip r:embed="rId2">
              <a:alphaModFix amt="70000"/>
            </a:blip>
            <a:stretch>
              <a:fillRect t="-14126"/>
            </a:stretch>
          </a:blipFill>
        </p:spPr>
        <p:txBody>
          <a:bodyPr rtlCol="0"/>
          <a:lstStyle>
            <a:lvl1pPr>
              <a:defRPr/>
            </a:lvl1pPr>
          </a:lstStyle>
          <a:p>
            <a:pPr rtl="0"/>
            <a:r>
              <a:rPr lang="es"/>
              <a:t>   </a:t>
            </a:r>
          </a:p>
        </p:txBody>
      </p:sp>
      <p:sp>
        <p:nvSpPr>
          <p:cNvPr id="7" name="Marcador de fecha 6">
            <a:extLst>
              <a:ext uri="{FF2B5EF4-FFF2-40B4-BE49-F238E27FC236}">
                <a16:creationId xmlns:a16="http://schemas.microsoft.com/office/drawing/2014/main" id="{0F001462-21CF-5988-0554-7DB1C494B04E}"/>
              </a:ext>
            </a:extLst>
          </p:cNvPr>
          <p:cNvSpPr>
            <a:spLocks noGrp="1"/>
          </p:cNvSpPr>
          <p:nvPr>
            <p:ph type="dt" sz="half" idx="14"/>
          </p:nvPr>
        </p:nvSpPr>
        <p:spPr>
          <a:xfrm>
            <a:off x="301752" y="4154963"/>
            <a:ext cx="3447355" cy="365760"/>
          </a:xfrm>
        </p:spPr>
        <p:txBody>
          <a:bodyPr rtlCol="0"/>
          <a:lstStyle/>
          <a:p>
            <a:pPr rtl="0"/>
            <a:r>
              <a:rPr lang="es-EC"/>
              <a:t>24/11/2025</a:t>
            </a:r>
            <a:endParaRPr lang="en-US"/>
          </a:p>
        </p:txBody>
      </p:sp>
      <p:sp>
        <p:nvSpPr>
          <p:cNvPr id="8" name="Marcador de pie de página 7">
            <a:extLst>
              <a:ext uri="{FF2B5EF4-FFF2-40B4-BE49-F238E27FC236}">
                <a16:creationId xmlns:a16="http://schemas.microsoft.com/office/drawing/2014/main" id="{E972D5EE-6935-237E-C4A2-C61261249F33}"/>
              </a:ext>
            </a:extLst>
          </p:cNvPr>
          <p:cNvSpPr>
            <a:spLocks noGrp="1"/>
          </p:cNvSpPr>
          <p:nvPr>
            <p:ph type="ftr" sz="quarter" idx="15"/>
          </p:nvPr>
        </p:nvSpPr>
        <p:spPr>
          <a:xfrm>
            <a:off x="9093201" y="4154963"/>
            <a:ext cx="2181351" cy="365760"/>
          </a:xfrm>
        </p:spPr>
        <p:txBody>
          <a:bodyPr rtlCol="0"/>
          <a:lstStyle/>
          <a:p>
            <a:pPr rtl="0"/>
            <a:r>
              <a:rPr lang="es-MX"/>
              <a:t>Link del proyecto: https://github.com/gusluzard/juego_snake.git</a:t>
            </a:r>
            <a:endParaRPr lang="es"/>
          </a:p>
        </p:txBody>
      </p:sp>
      <p:sp>
        <p:nvSpPr>
          <p:cNvPr id="13" name="Marcador de número de diapositiva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52503" y="4154963"/>
            <a:ext cx="448805" cy="365760"/>
          </a:xfrm>
        </p:spPr>
        <p:txBody>
          <a:bodyPr rtlCol="0"/>
          <a:lstStyle/>
          <a:p>
            <a:pPr rtl="0"/>
            <a:fld id="{5E0677F5-4A8A-4BF1-96BE-3BAE8FBAFE2E}" type="slidenum">
              <a:rPr lang="en-US" smtClean="0"/>
              <a:t>‹Nº›</a:t>
            </a:fld>
            <a:endParaRPr lang="en-US"/>
          </a:p>
        </p:txBody>
      </p:sp>
    </p:spTree>
    <p:extLst>
      <p:ext uri="{BB962C8B-B14F-4D97-AF65-F5344CB8AC3E}">
        <p14:creationId xmlns:p14="http://schemas.microsoft.com/office/powerpoint/2010/main" val="909206682"/>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ítulo">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35C02513-E6E5-DFFD-29B1-02BE448BAD59}"/>
              </a:ext>
              <a:ext uri="{C183D7F6-B498-43B3-948B-1728B52AA6E4}">
                <adec:decorative xmlns:adec="http://schemas.microsoft.com/office/drawing/2017/decorative" val="1"/>
              </a:ext>
            </a:extLst>
          </p:cNvPr>
          <p:cNvSpPr/>
          <p:nvPr/>
        </p:nvSpPr>
        <p:spPr>
          <a:xfrm>
            <a:off x="2483189" y="0"/>
            <a:ext cx="9708811" cy="6859553"/>
          </a:xfrm>
          <a:prstGeom prst="rect">
            <a:avLst/>
          </a:prstGeom>
          <a:gradFill flip="none" rotWithShape="1">
            <a:gsLst>
              <a:gs pos="9000">
                <a:schemeClr val="accent1">
                  <a:lumMod val="75000"/>
                </a:schemeClr>
              </a:gs>
              <a:gs pos="54000">
                <a:schemeClr val="bg2">
                  <a:alpha val="0"/>
                </a:schemeClr>
              </a:gs>
            </a:gsLst>
            <a:lin ang="13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8" name="Rectángulo 7">
            <a:extLst>
              <a:ext uri="{FF2B5EF4-FFF2-40B4-BE49-F238E27FC236}">
                <a16:creationId xmlns:a16="http://schemas.microsoft.com/office/drawing/2014/main" id="{4F31A197-F740-DCA2-902E-29B890C31486}"/>
              </a:ext>
              <a:ext uri="{C183D7F6-B498-43B3-948B-1728B52AA6E4}">
                <adec:decorative xmlns:adec="http://schemas.microsoft.com/office/drawing/2017/decorative" val="1"/>
              </a:ext>
            </a:extLst>
          </p:cNvPr>
          <p:cNvSpPr/>
          <p:nvPr/>
        </p:nvSpPr>
        <p:spPr>
          <a:xfrm rot="10800000">
            <a:off x="398166" y="2201332"/>
            <a:ext cx="11793834" cy="4656665"/>
          </a:xfrm>
          <a:prstGeom prst="rect">
            <a:avLst/>
          </a:prstGeom>
          <a:gradFill>
            <a:gsLst>
              <a:gs pos="0">
                <a:schemeClr val="accent2"/>
              </a:gs>
              <a:gs pos="36000">
                <a:schemeClr val="accent1">
                  <a:lumMod val="5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11" name="Rectángulo 10">
            <a:extLst>
              <a:ext uri="{FF2B5EF4-FFF2-40B4-BE49-F238E27FC236}">
                <a16:creationId xmlns:a16="http://schemas.microsoft.com/office/drawing/2014/main" id="{BE6801FB-115C-F074-E428-F4A4A588BCE7}"/>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17000">
                <a:schemeClr val="accent3">
                  <a:lumMod val="60000"/>
                  <a:lumOff val="40000"/>
                  <a:alpha val="51000"/>
                </a:schemeClr>
              </a:gs>
              <a:gs pos="44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rtl="0"/>
            <a:endParaRPr lang="en-US">
              <a:solidFill>
                <a:schemeClr val="tx1"/>
              </a:solidFill>
            </a:endParaRPr>
          </a:p>
        </p:txBody>
      </p:sp>
      <p:cxnSp>
        <p:nvCxnSpPr>
          <p:cNvPr id="14" name="Conector recto 13">
            <a:extLst>
              <a:ext uri="{FF2B5EF4-FFF2-40B4-BE49-F238E27FC236}">
                <a16:creationId xmlns:a16="http://schemas.microsoft.com/office/drawing/2014/main" id="{3CE9BCB7-0B84-78EB-474B-9077DE024658}"/>
              </a:ext>
            </a:extLst>
          </p:cNvPr>
          <p:cNvCxnSpPr>
            <a:cxnSpLocks/>
          </p:cNvCxnSpPr>
          <p:nvPr/>
        </p:nvCxnSpPr>
        <p:spPr>
          <a:xfrm flipH="1">
            <a:off x="358140" y="5174874"/>
            <a:ext cx="11475720"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10" name="Título 9">
            <a:extLst>
              <a:ext uri="{FF2B5EF4-FFF2-40B4-BE49-F238E27FC236}">
                <a16:creationId xmlns:a16="http://schemas.microsoft.com/office/drawing/2014/main" id="{B7CA771C-C0DC-4CE5-6507-04B80A7BF2D3}"/>
              </a:ext>
            </a:extLst>
          </p:cNvPr>
          <p:cNvSpPr>
            <a:spLocks noGrp="1"/>
          </p:cNvSpPr>
          <p:nvPr>
            <p:ph type="title"/>
          </p:nvPr>
        </p:nvSpPr>
        <p:spPr>
          <a:xfrm>
            <a:off x="274320" y="388704"/>
            <a:ext cx="9509760" cy="4297679"/>
          </a:xfrm>
        </p:spPr>
        <p:txBody>
          <a:bodyPr rtlCol="0" anchor="t"/>
          <a:lstStyle>
            <a:lvl1pPr>
              <a:defRPr sz="6000"/>
            </a:lvl1pPr>
          </a:lstStyle>
          <a:p>
            <a:pPr rtl="0"/>
            <a:r>
              <a:rPr lang="es"/>
              <a:t>Haga clic para modificar el estilo de título del patrón</a:t>
            </a:r>
          </a:p>
        </p:txBody>
      </p:sp>
      <p:sp>
        <p:nvSpPr>
          <p:cNvPr id="17" name="Subtítulo 2">
            <a:extLst>
              <a:ext uri="{FF2B5EF4-FFF2-40B4-BE49-F238E27FC236}">
                <a16:creationId xmlns:a16="http://schemas.microsoft.com/office/drawing/2014/main" id="{1CA59141-B447-02B6-2167-E19939B6D502}"/>
              </a:ext>
            </a:extLst>
          </p:cNvPr>
          <p:cNvSpPr>
            <a:spLocks noGrp="1"/>
          </p:cNvSpPr>
          <p:nvPr>
            <p:ph type="subTitle" idx="1"/>
          </p:nvPr>
        </p:nvSpPr>
        <p:spPr>
          <a:xfrm>
            <a:off x="301751" y="5486399"/>
            <a:ext cx="6951553" cy="726128"/>
          </a:xfrm>
          <a:noFill/>
        </p:spPr>
        <p:txBody>
          <a:bodyPr vert="horz" lIns="91440" tIns="45720" rIns="91440" bIns="45720" rtlCol="0" anchor="t">
            <a:noAutofit/>
          </a:bodyPr>
          <a:lstStyle>
            <a:lvl1pPr marL="0" indent="0">
              <a:buNone/>
              <a:defRPr lang="en-US" sz="1800" dirty="0"/>
            </a:lvl1pPr>
          </a:lstStyle>
          <a:p>
            <a:pPr lvl="0" rtl="0"/>
            <a:r>
              <a:rPr lang="es"/>
              <a:t>Haga clic para editar el estilo de subtítulo del patrón</a:t>
            </a:r>
          </a:p>
        </p:txBody>
      </p:sp>
      <p:sp>
        <p:nvSpPr>
          <p:cNvPr id="4" name="Marcador de fecha 3">
            <a:extLst>
              <a:ext uri="{FF2B5EF4-FFF2-40B4-BE49-F238E27FC236}">
                <a16:creationId xmlns:a16="http://schemas.microsoft.com/office/drawing/2014/main" id="{1F96BEF7-236A-87FA-F0D9-F4515D8135D3}"/>
              </a:ext>
            </a:extLst>
          </p:cNvPr>
          <p:cNvSpPr>
            <a:spLocks noGrp="1"/>
          </p:cNvSpPr>
          <p:nvPr>
            <p:ph type="dt" sz="half" idx="10"/>
          </p:nvPr>
        </p:nvSpPr>
        <p:spPr>
          <a:xfrm>
            <a:off x="301752" y="6304985"/>
            <a:ext cx="2218156" cy="365760"/>
          </a:xfrm>
        </p:spPr>
        <p:txBody>
          <a:bodyPr rtlCol="0"/>
          <a:lstStyle>
            <a:lvl1pPr>
              <a:defRPr>
                <a:solidFill>
                  <a:schemeClr val="tx1"/>
                </a:solidFill>
              </a:defRPr>
            </a:lvl1pPr>
          </a:lstStyle>
          <a:p>
            <a:pPr rtl="0"/>
            <a:r>
              <a:rPr lang="es-EC"/>
              <a:t>24/11/2025</a:t>
            </a:r>
            <a:endParaRPr lang="en-US"/>
          </a:p>
        </p:txBody>
      </p:sp>
      <p:sp>
        <p:nvSpPr>
          <p:cNvPr id="5" name="Marcador de pie de página 4">
            <a:extLst>
              <a:ext uri="{FF2B5EF4-FFF2-40B4-BE49-F238E27FC236}">
                <a16:creationId xmlns:a16="http://schemas.microsoft.com/office/drawing/2014/main" id="{B2B0F5B7-78E6-2702-0F8C-122F4D21C908}"/>
              </a:ext>
            </a:extLst>
          </p:cNvPr>
          <p:cNvSpPr>
            <a:spLocks noGrp="1"/>
          </p:cNvSpPr>
          <p:nvPr>
            <p:ph type="ftr" sz="quarter" idx="11"/>
          </p:nvPr>
        </p:nvSpPr>
        <p:spPr>
          <a:xfrm>
            <a:off x="7622485" y="6304985"/>
            <a:ext cx="2509284" cy="365760"/>
          </a:xfrm>
        </p:spPr>
        <p:txBody>
          <a:bodyPr rtlCol="0"/>
          <a:lstStyle>
            <a:lvl1pPr>
              <a:defRPr>
                <a:solidFill>
                  <a:schemeClr val="tx1"/>
                </a:solidFill>
              </a:defRPr>
            </a:lvl1pPr>
          </a:lstStyle>
          <a:p>
            <a:pPr rtl="0"/>
            <a:r>
              <a:rPr lang="es-MX"/>
              <a:t>Link del proyecto: https://github.com/gusluzard/juego_snake.git</a:t>
            </a:r>
            <a:endParaRPr lang="es"/>
          </a:p>
        </p:txBody>
      </p:sp>
      <p:sp>
        <p:nvSpPr>
          <p:cNvPr id="6" name="Marcador de número de diapositiva 5">
            <a:extLst>
              <a:ext uri="{FF2B5EF4-FFF2-40B4-BE49-F238E27FC236}">
                <a16:creationId xmlns:a16="http://schemas.microsoft.com/office/drawing/2014/main" id="{4929C8F0-DE20-1DBB-6A42-CBFFAE15D7E6}"/>
              </a:ext>
            </a:extLst>
          </p:cNvPr>
          <p:cNvSpPr>
            <a:spLocks noGrp="1"/>
          </p:cNvSpPr>
          <p:nvPr>
            <p:ph type="sldNum" sz="quarter" idx="12"/>
          </p:nvPr>
        </p:nvSpPr>
        <p:spPr>
          <a:xfrm>
            <a:off x="11407526" y="6304985"/>
            <a:ext cx="493776" cy="365760"/>
          </a:xfrm>
        </p:spPr>
        <p:txBody>
          <a:bodyPr rtlCol="0"/>
          <a:lstStyle>
            <a:lvl1pPr>
              <a:defRPr>
                <a:solidFill>
                  <a:schemeClr val="tx1"/>
                </a:solidFill>
              </a:defRPr>
            </a:lvl1pPr>
          </a:lstStyle>
          <a:p>
            <a:pPr rtl="0"/>
            <a:fld id="{5E0677F5-4A8A-4BF1-96BE-3BAE8FBAFE2E}" type="slidenum">
              <a:rPr lang="en-US" smtClean="0"/>
              <a:pPr rtl="0"/>
              <a:t>‹Nº›</a:t>
            </a:fld>
            <a:endParaRPr lang="en-US"/>
          </a:p>
        </p:txBody>
      </p:sp>
    </p:spTree>
    <p:extLst>
      <p:ext uri="{BB962C8B-B14F-4D97-AF65-F5344CB8AC3E}">
        <p14:creationId xmlns:p14="http://schemas.microsoft.com/office/powerpoint/2010/main" val="365855289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ítulo 2">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rtlCol="0" anchor="t"/>
          <a:lstStyle>
            <a:lvl1pPr>
              <a:defRPr sz="5000"/>
            </a:lvl1pPr>
          </a:lstStyle>
          <a:p>
            <a:pPr rtl="0"/>
            <a:r>
              <a:rPr lang="es"/>
              <a:t>Haga clic para modificar el estilo de título del patrón</a:t>
            </a:r>
          </a:p>
        </p:txBody>
      </p:sp>
      <p:sp>
        <p:nvSpPr>
          <p:cNvPr id="7" name="Subtítulo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rtl="0"/>
            <a:r>
              <a:rPr lang="es"/>
              <a:t>Haga clic para editar el estilo de subtítulo del patrón</a:t>
            </a:r>
          </a:p>
        </p:txBody>
      </p:sp>
      <p:sp>
        <p:nvSpPr>
          <p:cNvPr id="15" name="Marcador de fecha 14">
            <a:extLst>
              <a:ext uri="{FF2B5EF4-FFF2-40B4-BE49-F238E27FC236}">
                <a16:creationId xmlns:a16="http://schemas.microsoft.com/office/drawing/2014/main" id="{4E1D7382-6629-2CE5-9CD1-12C42772E0D2}"/>
              </a:ext>
            </a:extLst>
          </p:cNvPr>
          <p:cNvSpPr>
            <a:spLocks noGrp="1"/>
          </p:cNvSpPr>
          <p:nvPr>
            <p:ph type="dt" sz="half" idx="10"/>
          </p:nvPr>
        </p:nvSpPr>
        <p:spPr/>
        <p:txBody>
          <a:bodyPr rtlCol="0"/>
          <a:lstStyle/>
          <a:p>
            <a:pPr rtl="0"/>
            <a:r>
              <a:rPr lang="es-EC"/>
              <a:t>24/11/2025</a:t>
            </a:r>
            <a:endParaRPr lang="en-US"/>
          </a:p>
        </p:txBody>
      </p:sp>
      <p:sp>
        <p:nvSpPr>
          <p:cNvPr id="16" name="Marcador de pie de página 15">
            <a:extLst>
              <a:ext uri="{FF2B5EF4-FFF2-40B4-BE49-F238E27FC236}">
                <a16:creationId xmlns:a16="http://schemas.microsoft.com/office/drawing/2014/main" id="{04D3FCD7-2C92-02D9-B65F-03119FF69156}"/>
              </a:ext>
            </a:extLst>
          </p:cNvPr>
          <p:cNvSpPr>
            <a:spLocks noGrp="1"/>
          </p:cNvSpPr>
          <p:nvPr>
            <p:ph type="ftr" sz="quarter" idx="11"/>
          </p:nvPr>
        </p:nvSpPr>
        <p:spPr/>
        <p:txBody>
          <a:bodyPr rtlCol="0"/>
          <a:lstStyle/>
          <a:p>
            <a:pPr rtl="0"/>
            <a:r>
              <a:rPr lang="es-MX"/>
              <a:t>Link del proyecto: https://github.com/gusluzard/juego_snake.git</a:t>
            </a:r>
            <a:endParaRPr lang="es"/>
          </a:p>
        </p:txBody>
      </p:sp>
      <p:sp>
        <p:nvSpPr>
          <p:cNvPr id="17" name="Marcador de número de diapositiva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rtlCol="0"/>
          <a:lstStyle/>
          <a:p>
            <a:pPr rtl="0"/>
            <a:fld id="{5E0677F5-4A8A-4BF1-96BE-3BAE8FBAFE2E}" type="slidenum">
              <a:rPr lang="en-US" smtClean="0"/>
              <a:pPr rtl="0"/>
              <a:t>‹Nº›</a:t>
            </a:fld>
            <a:endParaRPr lang="en-US"/>
          </a:p>
        </p:txBody>
      </p:sp>
      <p:sp>
        <p:nvSpPr>
          <p:cNvPr id="11" name="Rectángulo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Rectángulo 11">
            <a:extLst>
              <a:ext uri="{FF2B5EF4-FFF2-40B4-BE49-F238E27FC236}">
                <a16:creationId xmlns:a16="http://schemas.microsoft.com/office/drawing/2014/main" id="{B2EC29EB-3E43-F1FF-EB6B-9F5C908FFCC8}"/>
              </a:ext>
            </a:extLst>
          </p:cNvPr>
          <p:cNvSpPr/>
          <p:nvPr userDrawn="1"/>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03233028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ítulo 3">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91A723D2-7AAD-C321-CBD6-371714EC1095}"/>
              </a:ext>
            </a:extLst>
          </p:cNvPr>
          <p:cNvSpPr/>
          <p:nvPr/>
        </p:nvSpPr>
        <p:spPr>
          <a:xfrm>
            <a:off x="0" y="-1"/>
            <a:ext cx="12192000" cy="6858000"/>
          </a:xfrm>
          <a:prstGeom prst="rect">
            <a:avLst/>
          </a:prstGeom>
          <a:gradFill flip="none" rotWithShape="1">
            <a:gsLst>
              <a:gs pos="70000">
                <a:schemeClr val="bg2"/>
              </a:gs>
              <a:gs pos="1149">
                <a:schemeClr val="accent3">
                  <a:lumMod val="50000"/>
                </a:schemeClr>
              </a:gs>
              <a:gs pos="33000">
                <a:schemeClr val="accent2">
                  <a:lumMod val="50000"/>
                </a:schemeClr>
              </a:gs>
            </a:gsLst>
            <a:path path="circle">
              <a:fillToRect t="100000" r="100000"/>
            </a:path>
            <a:tileRect l="-100000" b="-100000"/>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Neue Haas Grotesk Text Pro"/>
              <a:ea typeface="+mn-ea"/>
              <a:cs typeface="+mn-cs"/>
            </a:endParaRPr>
          </a:p>
        </p:txBody>
      </p:sp>
      <p:sp>
        <p:nvSpPr>
          <p:cNvPr id="5" name="Rectángulo 4">
            <a:extLst>
              <a:ext uri="{FF2B5EF4-FFF2-40B4-BE49-F238E27FC236}">
                <a16:creationId xmlns:a16="http://schemas.microsoft.com/office/drawing/2014/main" id="{0854A4F1-E6B3-0BD8-2214-FC728BA0524F}"/>
              </a:ext>
            </a:extLst>
          </p:cNvPr>
          <p:cNvSpPr/>
          <p:nvPr/>
        </p:nvSpPr>
        <p:spPr>
          <a:xfrm rot="5400000">
            <a:off x="4604446" y="-729554"/>
            <a:ext cx="4537587" cy="10637521"/>
          </a:xfrm>
          <a:prstGeom prst="rect">
            <a:avLst/>
          </a:prstGeom>
          <a:gradFill flip="none" rotWithShape="1">
            <a:gsLst>
              <a:gs pos="65000">
                <a:schemeClr val="tx1">
                  <a:alpha val="0"/>
                </a:schemeClr>
              </a:gs>
              <a:gs pos="0">
                <a:schemeClr val="accent3">
                  <a:lumMod val="60000"/>
                  <a:lumOff val="40000"/>
                  <a:alpha val="70000"/>
                </a:schemeClr>
              </a:gs>
              <a:gs pos="32000">
                <a:schemeClr val="accent4">
                  <a:alpha val="0"/>
                </a:schemeClr>
              </a:gs>
            </a:gsLst>
            <a:lin ang="9600000" scaled="0"/>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Neue Haas Grotesk Text Pro"/>
              <a:ea typeface="+mn-ea"/>
              <a:cs typeface="+mn-cs"/>
            </a:endParaRPr>
          </a:p>
        </p:txBody>
      </p:sp>
      <p:sp>
        <p:nvSpPr>
          <p:cNvPr id="12" name="Título 11">
            <a:extLst>
              <a:ext uri="{FF2B5EF4-FFF2-40B4-BE49-F238E27FC236}">
                <a16:creationId xmlns:a16="http://schemas.microsoft.com/office/drawing/2014/main" id="{4B18168D-C992-4156-FB48-F867F260F21D}"/>
              </a:ext>
            </a:extLst>
          </p:cNvPr>
          <p:cNvSpPr>
            <a:spLocks noGrp="1"/>
          </p:cNvSpPr>
          <p:nvPr>
            <p:ph type="title"/>
          </p:nvPr>
        </p:nvSpPr>
        <p:spPr>
          <a:xfrm>
            <a:off x="270456" y="1133862"/>
            <a:ext cx="8346853" cy="3537889"/>
          </a:xfrm>
        </p:spPr>
        <p:txBody>
          <a:bodyPr rtlCol="0" anchor="t"/>
          <a:lstStyle>
            <a:lvl1pPr>
              <a:defRPr sz="5000"/>
            </a:lvl1pPr>
          </a:lstStyle>
          <a:p>
            <a:pPr rtl="0"/>
            <a:r>
              <a:rPr lang="es"/>
              <a:t>Haga clic para modificar el estilo de título del patrón</a:t>
            </a:r>
          </a:p>
        </p:txBody>
      </p:sp>
      <p:sp>
        <p:nvSpPr>
          <p:cNvPr id="14" name="Subtítulo 2">
            <a:extLst>
              <a:ext uri="{FF2B5EF4-FFF2-40B4-BE49-F238E27FC236}">
                <a16:creationId xmlns:a16="http://schemas.microsoft.com/office/drawing/2014/main" id="{701A87CE-1AFE-0182-C6D3-084296E48E91}"/>
              </a:ext>
            </a:extLst>
          </p:cNvPr>
          <p:cNvSpPr>
            <a:spLocks noGrp="1"/>
          </p:cNvSpPr>
          <p:nvPr>
            <p:ph type="subTitle" idx="1"/>
          </p:nvPr>
        </p:nvSpPr>
        <p:spPr>
          <a:xfrm>
            <a:off x="301751" y="5525725"/>
            <a:ext cx="6052929" cy="884901"/>
          </a:xfrm>
          <a:noFill/>
        </p:spPr>
        <p:txBody>
          <a:bodyPr vert="horz" lIns="91440" tIns="45720" rIns="91440" bIns="45720" rtlCol="0" anchor="t">
            <a:noAutofit/>
          </a:bodyPr>
          <a:lstStyle>
            <a:lvl1pPr marL="0" indent="0">
              <a:buNone/>
              <a:defRPr lang="en-US" sz="1800" dirty="0"/>
            </a:lvl1pPr>
          </a:lstStyle>
          <a:p>
            <a:pPr lvl="0" rtl="0"/>
            <a:r>
              <a:rPr lang="es"/>
              <a:t>Haga clic para editar el estilo de subtítulo del patrón</a:t>
            </a:r>
          </a:p>
        </p:txBody>
      </p:sp>
      <p:sp>
        <p:nvSpPr>
          <p:cNvPr id="7" name="Marcador de fecha 6">
            <a:extLst>
              <a:ext uri="{FF2B5EF4-FFF2-40B4-BE49-F238E27FC236}">
                <a16:creationId xmlns:a16="http://schemas.microsoft.com/office/drawing/2014/main" id="{5EAFA23F-C567-5858-AF7D-C37EC8657A25}"/>
              </a:ext>
            </a:extLst>
          </p:cNvPr>
          <p:cNvSpPr>
            <a:spLocks noGrp="1"/>
          </p:cNvSpPr>
          <p:nvPr>
            <p:ph type="dt" sz="half" idx="10"/>
          </p:nvPr>
        </p:nvSpPr>
        <p:spPr/>
        <p:txBody>
          <a:bodyPr rtlCol="0"/>
          <a:lstStyle/>
          <a:p>
            <a:pPr rtl="0"/>
            <a:r>
              <a:rPr lang="es-EC"/>
              <a:t>24/11/2025</a:t>
            </a:r>
            <a:endParaRPr lang="en-US"/>
          </a:p>
        </p:txBody>
      </p:sp>
      <p:sp>
        <p:nvSpPr>
          <p:cNvPr id="8" name="Marcador de pie de página 7">
            <a:extLst>
              <a:ext uri="{FF2B5EF4-FFF2-40B4-BE49-F238E27FC236}">
                <a16:creationId xmlns:a16="http://schemas.microsoft.com/office/drawing/2014/main" id="{8EFB4A31-4D88-6836-9F3A-5E23FC9DE7FB}"/>
              </a:ext>
            </a:extLst>
          </p:cNvPr>
          <p:cNvSpPr>
            <a:spLocks noGrp="1"/>
          </p:cNvSpPr>
          <p:nvPr>
            <p:ph type="ftr" sz="quarter" idx="11"/>
          </p:nvPr>
        </p:nvSpPr>
        <p:spPr/>
        <p:txBody>
          <a:bodyPr rtlCol="0"/>
          <a:lstStyle/>
          <a:p>
            <a:pPr rtl="0"/>
            <a:r>
              <a:rPr lang="es-MX"/>
              <a:t>Link del proyecto: https://github.com/gusluzard/juego_snake.git</a:t>
            </a:r>
            <a:endParaRPr lang="es"/>
          </a:p>
        </p:txBody>
      </p:sp>
      <p:sp>
        <p:nvSpPr>
          <p:cNvPr id="9" name="Marcador de número de diapositiva 8">
            <a:extLst>
              <a:ext uri="{FF2B5EF4-FFF2-40B4-BE49-F238E27FC236}">
                <a16:creationId xmlns:a16="http://schemas.microsoft.com/office/drawing/2014/main" id="{E3C38715-2A76-D075-B90E-D24A263D8DA5}"/>
              </a:ext>
            </a:extLst>
          </p:cNvPr>
          <p:cNvSpPr>
            <a:spLocks noGrp="1"/>
          </p:cNvSpPr>
          <p:nvPr>
            <p:ph type="sldNum" sz="quarter" idx="12"/>
          </p:nvPr>
        </p:nvSpPr>
        <p:spPr/>
        <p:txBody>
          <a:bodyPr rtlCol="0"/>
          <a:lstStyle/>
          <a:p>
            <a:pPr rtl="0"/>
            <a:fld id="{5E0677F5-4A8A-4BF1-96BE-3BAE8FBAFE2E}" type="slidenum">
              <a:rPr lang="en-US" smtClean="0"/>
              <a:pPr rtl="0"/>
              <a:t>‹Nº›</a:t>
            </a:fld>
            <a:endParaRPr lang="en-US"/>
          </a:p>
        </p:txBody>
      </p:sp>
      <p:cxnSp>
        <p:nvCxnSpPr>
          <p:cNvPr id="6" name="Conector recto 5">
            <a:extLst>
              <a:ext uri="{FF2B5EF4-FFF2-40B4-BE49-F238E27FC236}">
                <a16:creationId xmlns:a16="http://schemas.microsoft.com/office/drawing/2014/main" id="{3D6702AA-E129-137F-060D-8DD37BC99937}"/>
              </a:ext>
            </a:extLst>
          </p:cNvPr>
          <p:cNvCxnSpPr>
            <a:cxnSpLocks/>
          </p:cNvCxnSpPr>
          <p:nvPr/>
        </p:nvCxnSpPr>
        <p:spPr>
          <a:xfrm flipH="1">
            <a:off x="358140" y="762000"/>
            <a:ext cx="11475720" cy="0"/>
          </a:xfrm>
          <a:prstGeom prst="line">
            <a:avLst/>
          </a:prstGeom>
          <a:ln w="6350">
            <a:solidFill>
              <a:schemeClr val="tx1">
                <a:lumMod val="65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D0FD9841-58FA-E828-27A6-DBFBFA5C0854}"/>
              </a:ext>
            </a:extLst>
          </p:cNvPr>
          <p:cNvCxnSpPr>
            <a:cxnSpLocks/>
          </p:cNvCxnSpPr>
          <p:nvPr/>
        </p:nvCxnSpPr>
        <p:spPr>
          <a:xfrm flipH="1">
            <a:off x="394716" y="5250426"/>
            <a:ext cx="11402568" cy="0"/>
          </a:xfrm>
          <a:prstGeom prst="line">
            <a:avLst/>
          </a:prstGeom>
          <a:ln w="6350">
            <a:solidFill>
              <a:schemeClr val="tx1">
                <a:lumMod val="7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892074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Encabezado de sección">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7" name="Rectángulo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6" name="Rectángulo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2" name="Título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rtlCol="0" anchor="b">
            <a:normAutofit/>
          </a:bodyPr>
          <a:lstStyle>
            <a:lvl1pPr algn="r">
              <a:defRPr sz="7200">
                <a:solidFill>
                  <a:schemeClr val="tx1"/>
                </a:solidFill>
              </a:defRPr>
            </a:lvl1pPr>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3FCA76BF-5E58-9143-643F-6B06864B8735}"/>
              </a:ext>
            </a:extLst>
          </p:cNvPr>
          <p:cNvSpPr>
            <a:spLocks noGrp="1"/>
          </p:cNvSpPr>
          <p:nvPr>
            <p:ph type="dt" sz="half" idx="10"/>
          </p:nvPr>
        </p:nvSpPr>
        <p:spPr/>
        <p:txBody>
          <a:bodyPr rtlCol="0"/>
          <a:lstStyle/>
          <a:p>
            <a:pPr rtl="0"/>
            <a:r>
              <a:rPr lang="es-EC"/>
              <a:t>24/11/2025</a:t>
            </a:r>
            <a:endParaRPr lang="en-US"/>
          </a:p>
        </p:txBody>
      </p:sp>
      <p:sp>
        <p:nvSpPr>
          <p:cNvPr id="4" name="Marcador de pie de página 3">
            <a:extLst>
              <a:ext uri="{FF2B5EF4-FFF2-40B4-BE49-F238E27FC236}">
                <a16:creationId xmlns:a16="http://schemas.microsoft.com/office/drawing/2014/main" id="{006C9F8B-DAAC-4FD9-5257-842E1B079B6D}"/>
              </a:ext>
            </a:extLst>
          </p:cNvPr>
          <p:cNvSpPr>
            <a:spLocks noGrp="1"/>
          </p:cNvSpPr>
          <p:nvPr>
            <p:ph type="ftr" sz="quarter" idx="11"/>
          </p:nvPr>
        </p:nvSpPr>
        <p:spPr/>
        <p:txBody>
          <a:bodyPr rtlCol="0"/>
          <a:lstStyle/>
          <a:p>
            <a:pPr rtl="0"/>
            <a:r>
              <a:rPr lang="es-MX"/>
              <a:t>Link del proyecto: https://github.com/gusluzard/juego_snake.git</a:t>
            </a:r>
            <a:endParaRPr lang="es"/>
          </a:p>
        </p:txBody>
      </p:sp>
      <p:sp>
        <p:nvSpPr>
          <p:cNvPr id="8" name="Marcador de número de diapositiva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rtlCol="0"/>
          <a:lstStyle/>
          <a:p>
            <a:pPr rtl="0"/>
            <a:fld id="{5E0677F5-4A8A-4BF1-96BE-3BAE8FBAFE2E}" type="slidenum">
              <a:rPr lang="en-US" smtClean="0"/>
              <a:pPr rtl="0"/>
              <a:t>‹Nº›</a:t>
            </a:fld>
            <a:endParaRPr lang="en-US"/>
          </a:p>
        </p:txBody>
      </p:sp>
    </p:spTree>
    <p:extLst>
      <p:ext uri="{BB962C8B-B14F-4D97-AF65-F5344CB8AC3E}">
        <p14:creationId xmlns:p14="http://schemas.microsoft.com/office/powerpoint/2010/main" val="40584278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Encabezado de sección 2">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43D93006-CD9A-ACB8-4DFF-755585BD51C6}"/>
              </a:ext>
            </a:extLst>
          </p:cNvPr>
          <p:cNvSpPr/>
          <p:nvPr/>
        </p:nvSpPr>
        <p:spPr>
          <a:xfrm rot="16200000" flipH="1">
            <a:off x="-367223" y="363046"/>
            <a:ext cx="6866356" cy="6131909"/>
          </a:xfrm>
          <a:prstGeom prst="rect">
            <a:avLst/>
          </a:prstGeom>
          <a:gradFill>
            <a:gsLst>
              <a:gs pos="0">
                <a:schemeClr val="accent1">
                  <a:lumMod val="75000"/>
                </a:schemeClr>
              </a:gs>
              <a:gs pos="69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7" name="Rectángulo 6">
            <a:extLst>
              <a:ext uri="{FF2B5EF4-FFF2-40B4-BE49-F238E27FC236}">
                <a16:creationId xmlns:a16="http://schemas.microsoft.com/office/drawing/2014/main" id="{A35B8330-0A40-6340-3205-86A38459537F}"/>
              </a:ext>
            </a:extLst>
          </p:cNvPr>
          <p:cNvSpPr/>
          <p:nvPr/>
        </p:nvSpPr>
        <p:spPr>
          <a:xfrm rot="16200000">
            <a:off x="-2106733" y="2106735"/>
            <a:ext cx="6858000" cy="2644533"/>
          </a:xfrm>
          <a:prstGeom prst="rect">
            <a:avLst/>
          </a:prstGeom>
          <a:gradFill>
            <a:gsLst>
              <a:gs pos="0">
                <a:schemeClr val="accent3">
                  <a:lumMod val="60000"/>
                  <a:lumOff val="40000"/>
                  <a:alpha val="72000"/>
                </a:schemeClr>
              </a:gs>
              <a:gs pos="49000">
                <a:schemeClr val="bg2">
                  <a:alpha val="0"/>
                </a:schemeClr>
              </a:gs>
            </a:gsLst>
            <a:lin ang="58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6" name="Rectángulo 5">
            <a:extLst>
              <a:ext uri="{FF2B5EF4-FFF2-40B4-BE49-F238E27FC236}">
                <a16:creationId xmlns:a16="http://schemas.microsoft.com/office/drawing/2014/main" id="{DF922070-FC98-090C-2EE5-E880AEA09D1B}"/>
              </a:ext>
            </a:extLst>
          </p:cNvPr>
          <p:cNvSpPr/>
          <p:nvPr/>
        </p:nvSpPr>
        <p:spPr>
          <a:xfrm flipH="1" flipV="1">
            <a:off x="0" y="2200164"/>
            <a:ext cx="12192000" cy="4657836"/>
          </a:xfrm>
          <a:prstGeom prst="rect">
            <a:avLst/>
          </a:prstGeom>
          <a:gradFill>
            <a:gsLst>
              <a:gs pos="0">
                <a:schemeClr val="accent2"/>
              </a:gs>
              <a:gs pos="52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2" name="Título 1">
            <a:extLst>
              <a:ext uri="{FF2B5EF4-FFF2-40B4-BE49-F238E27FC236}">
                <a16:creationId xmlns:a16="http://schemas.microsoft.com/office/drawing/2014/main" id="{8892EA34-13CC-54C1-DE3D-4F1D5D55C9A7}"/>
              </a:ext>
            </a:extLst>
          </p:cNvPr>
          <p:cNvSpPr>
            <a:spLocks noGrp="1"/>
          </p:cNvSpPr>
          <p:nvPr>
            <p:ph type="title"/>
          </p:nvPr>
        </p:nvSpPr>
        <p:spPr>
          <a:xfrm>
            <a:off x="274320" y="1079500"/>
            <a:ext cx="9867900" cy="5514953"/>
          </a:xfrm>
        </p:spPr>
        <p:txBody>
          <a:bodyPr rtlCol="0" anchor="b">
            <a:normAutofit/>
          </a:bodyPr>
          <a:lstStyle>
            <a:lvl1pPr>
              <a:defRPr sz="7200">
                <a:solidFill>
                  <a:schemeClr val="tx1"/>
                </a:solidFill>
              </a:defRPr>
            </a:lvl1pPr>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BFF27D51-28B8-B2E3-D66E-632D6F01E601}"/>
              </a:ext>
            </a:extLst>
          </p:cNvPr>
          <p:cNvSpPr>
            <a:spLocks noGrp="1"/>
          </p:cNvSpPr>
          <p:nvPr>
            <p:ph type="dt" sz="half" idx="10"/>
          </p:nvPr>
        </p:nvSpPr>
        <p:spPr/>
        <p:txBody>
          <a:bodyPr rtlCol="0"/>
          <a:lstStyle/>
          <a:p>
            <a:pPr rtl="0"/>
            <a:r>
              <a:rPr lang="es-EC"/>
              <a:t>24/11/2025</a:t>
            </a:r>
            <a:endParaRPr lang="en-US"/>
          </a:p>
        </p:txBody>
      </p:sp>
      <p:sp>
        <p:nvSpPr>
          <p:cNvPr id="4" name="Marcador de pie de página 3">
            <a:extLst>
              <a:ext uri="{FF2B5EF4-FFF2-40B4-BE49-F238E27FC236}">
                <a16:creationId xmlns:a16="http://schemas.microsoft.com/office/drawing/2014/main" id="{411DCFE3-286D-146F-718D-4D8F709FB8DE}"/>
              </a:ext>
            </a:extLst>
          </p:cNvPr>
          <p:cNvSpPr>
            <a:spLocks noGrp="1"/>
          </p:cNvSpPr>
          <p:nvPr>
            <p:ph type="ftr" sz="quarter" idx="11"/>
          </p:nvPr>
        </p:nvSpPr>
        <p:spPr/>
        <p:txBody>
          <a:bodyPr rtlCol="0"/>
          <a:lstStyle/>
          <a:p>
            <a:pPr rtl="0"/>
            <a:r>
              <a:rPr lang="es-MX"/>
              <a:t>Link del proyecto: https://github.com/gusluzard/juego_snake.git</a:t>
            </a:r>
            <a:endParaRPr lang="es"/>
          </a:p>
        </p:txBody>
      </p:sp>
      <p:sp>
        <p:nvSpPr>
          <p:cNvPr id="8" name="Marcador de número de diapositiva 7">
            <a:extLst>
              <a:ext uri="{FF2B5EF4-FFF2-40B4-BE49-F238E27FC236}">
                <a16:creationId xmlns:a16="http://schemas.microsoft.com/office/drawing/2014/main" id="{C65F9152-3DAD-AB36-D2B3-9A4DBF0AA786}"/>
              </a:ext>
            </a:extLst>
          </p:cNvPr>
          <p:cNvSpPr>
            <a:spLocks noGrp="1"/>
          </p:cNvSpPr>
          <p:nvPr>
            <p:ph type="sldNum" sz="quarter" idx="12"/>
          </p:nvPr>
        </p:nvSpPr>
        <p:spPr/>
        <p:txBody>
          <a:bodyPr rtlCol="0"/>
          <a:lstStyle/>
          <a:p>
            <a:pPr rtl="0"/>
            <a:fld id="{5E0677F5-4A8A-4BF1-96BE-3BAE8FBAFE2E}" type="slidenum">
              <a:rPr lang="en-US" smtClean="0"/>
              <a:pPr rtl="0"/>
              <a:t>‹Nº›</a:t>
            </a:fld>
            <a:endParaRPr lang="en-US"/>
          </a:p>
        </p:txBody>
      </p:sp>
    </p:spTree>
    <p:extLst>
      <p:ext uri="{BB962C8B-B14F-4D97-AF65-F5344CB8AC3E}">
        <p14:creationId xmlns:p14="http://schemas.microsoft.com/office/powerpoint/2010/main" val="31129448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Rectángulo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5" name="Rectángulo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Rectángulo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rtl="0"/>
            <a:endParaRPr lang="en-US"/>
          </a:p>
        </p:txBody>
      </p:sp>
      <p:sp>
        <p:nvSpPr>
          <p:cNvPr id="8" name="Título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rtlCol="0"/>
          <a:lstStyle>
            <a:lvl1pPr>
              <a:defRPr sz="5000"/>
            </a:lvl1pPr>
          </a:lstStyle>
          <a:p>
            <a:pPr rtl="0"/>
            <a:r>
              <a:rPr lang="es"/>
              <a:t>Haga clic para modificar el estilo de título del patrón</a:t>
            </a:r>
          </a:p>
        </p:txBody>
      </p:sp>
      <p:sp>
        <p:nvSpPr>
          <p:cNvPr id="13" name="Marcador de fecha 12">
            <a:extLst>
              <a:ext uri="{FF2B5EF4-FFF2-40B4-BE49-F238E27FC236}">
                <a16:creationId xmlns:a16="http://schemas.microsoft.com/office/drawing/2014/main" id="{E14FBD3E-3A09-5EF4-6941-FFF3E03D5396}"/>
              </a:ext>
            </a:extLst>
          </p:cNvPr>
          <p:cNvSpPr>
            <a:spLocks noGrp="1"/>
          </p:cNvSpPr>
          <p:nvPr>
            <p:ph type="dt" sz="half" idx="14"/>
          </p:nvPr>
        </p:nvSpPr>
        <p:spPr/>
        <p:txBody>
          <a:bodyPr rtlCol="0"/>
          <a:lstStyle/>
          <a:p>
            <a:pPr rtl="0"/>
            <a:r>
              <a:rPr lang="es-EC"/>
              <a:t>24/11/2025</a:t>
            </a:r>
            <a:endParaRPr lang="en-US"/>
          </a:p>
        </p:txBody>
      </p:sp>
      <p:sp>
        <p:nvSpPr>
          <p:cNvPr id="14" name="Marcador de pie de página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rtlCol="0"/>
          <a:lstStyle/>
          <a:p>
            <a:pPr rtl="0"/>
            <a:r>
              <a:rPr lang="es-MX"/>
              <a:t>Link del proyecto: https://github.com/gusluzard/juego_snake.git</a:t>
            </a:r>
            <a:endParaRPr lang="es"/>
          </a:p>
        </p:txBody>
      </p:sp>
      <p:sp>
        <p:nvSpPr>
          <p:cNvPr id="15" name="Marcador de número de diapositiva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rtlCol="0"/>
          <a:lstStyle/>
          <a:p>
            <a:pPr rtl="0"/>
            <a:fld id="{5E0677F5-4A8A-4BF1-96BE-3BAE8FBAFE2E}" type="slidenum">
              <a:rPr lang="en-US" smtClean="0"/>
              <a:pPr rtl="0"/>
              <a:t>‹Nº›</a:t>
            </a:fld>
            <a:endParaRPr lang="en-US"/>
          </a:p>
        </p:txBody>
      </p:sp>
      <p:sp>
        <p:nvSpPr>
          <p:cNvPr id="7" name="Marcador de contenido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cxnSp>
        <p:nvCxnSpPr>
          <p:cNvPr id="12" name="Conector recto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15569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AB191826-CFE4-1D6E-85E2-32EE006A5C5D}"/>
              </a:ext>
            </a:extLst>
          </p:cNvPr>
          <p:cNvSpPr/>
          <p:nvPr/>
        </p:nvSpPr>
        <p:spPr>
          <a:xfrm flipH="1">
            <a:off x="0" y="0"/>
            <a:ext cx="12192000" cy="6857996"/>
          </a:xfrm>
          <a:prstGeom prst="rect">
            <a:avLst/>
          </a:prstGeom>
          <a:gradFill flip="none" rotWithShape="1">
            <a:gsLst>
              <a:gs pos="93000">
                <a:schemeClr val="tx2"/>
              </a:gs>
              <a:gs pos="75000">
                <a:schemeClr val="accent1">
                  <a:alpha val="94000"/>
                </a:schemeClr>
              </a:gs>
              <a:gs pos="39000">
                <a:schemeClr val="accent4">
                  <a:lumMod val="50000"/>
                  <a:alpha val="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Rectángulo 11">
            <a:extLst>
              <a:ext uri="{FF2B5EF4-FFF2-40B4-BE49-F238E27FC236}">
                <a16:creationId xmlns:a16="http://schemas.microsoft.com/office/drawing/2014/main" id="{51DDCB74-BBA4-B75C-2781-A574716A3DE4}"/>
              </a:ext>
            </a:extLst>
          </p:cNvPr>
          <p:cNvSpPr/>
          <p:nvPr/>
        </p:nvSpPr>
        <p:spPr>
          <a:xfrm>
            <a:off x="0" y="-5"/>
            <a:ext cx="7958884" cy="5425439"/>
          </a:xfrm>
          <a:prstGeom prst="rect">
            <a:avLst/>
          </a:prstGeom>
          <a:gradFill flip="none" rotWithShape="1">
            <a:gsLst>
              <a:gs pos="6000">
                <a:schemeClr val="accent4">
                  <a:lumMod val="50000"/>
                </a:schemeClr>
              </a:gs>
              <a:gs pos="51000">
                <a:schemeClr val="accent6">
                  <a:lumMod val="75000"/>
                  <a:alpha val="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Rectángulo 9">
            <a:extLst>
              <a:ext uri="{FF2B5EF4-FFF2-40B4-BE49-F238E27FC236}">
                <a16:creationId xmlns:a16="http://schemas.microsoft.com/office/drawing/2014/main" id="{AE4A60CA-D100-CFE6-62AC-013A201FBB9F}"/>
              </a:ext>
            </a:extLst>
          </p:cNvPr>
          <p:cNvSpPr/>
          <p:nvPr/>
        </p:nvSpPr>
        <p:spPr>
          <a:xfrm rot="5400000">
            <a:off x="1660810" y="-1660814"/>
            <a:ext cx="6858000" cy="10179620"/>
          </a:xfrm>
          <a:prstGeom prst="rect">
            <a:avLst/>
          </a:prstGeom>
          <a:gradFill flip="none" rotWithShape="1">
            <a:gsLst>
              <a:gs pos="6000">
                <a:schemeClr val="accent3">
                  <a:lumMod val="60000"/>
                  <a:lumOff val="40000"/>
                  <a:alpha val="50000"/>
                </a:schemeClr>
              </a:gs>
              <a:gs pos="72989">
                <a:schemeClr val="bg2">
                  <a:alpha val="0"/>
                </a:schemeClr>
              </a:gs>
              <a:gs pos="37000">
                <a:schemeClr val="accent2">
                  <a:lumMod val="75000"/>
                  <a:alpha val="800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5" name="Título 4">
            <a:extLst>
              <a:ext uri="{FF2B5EF4-FFF2-40B4-BE49-F238E27FC236}">
                <a16:creationId xmlns:a16="http://schemas.microsoft.com/office/drawing/2014/main" id="{22C61630-0AC6-F4D9-545E-38A32C69F3CA}"/>
              </a:ext>
            </a:extLst>
          </p:cNvPr>
          <p:cNvSpPr>
            <a:spLocks noGrp="1"/>
          </p:cNvSpPr>
          <p:nvPr>
            <p:ph type="title"/>
          </p:nvPr>
        </p:nvSpPr>
        <p:spPr>
          <a:xfrm>
            <a:off x="274320" y="1148579"/>
            <a:ext cx="4724400" cy="2811649"/>
          </a:xfrm>
        </p:spPr>
        <p:txBody>
          <a:bodyPr rtlCol="0" anchor="t"/>
          <a:lstStyle>
            <a:lvl1pPr>
              <a:defRPr sz="5000"/>
            </a:lvl1pPr>
          </a:lstStyle>
          <a:p>
            <a:pPr rtl="0"/>
            <a:r>
              <a:rPr lang="es"/>
              <a:t>Haga clic para modificar el estilo de título del patrón</a:t>
            </a:r>
          </a:p>
        </p:txBody>
      </p:sp>
      <p:sp>
        <p:nvSpPr>
          <p:cNvPr id="6" name="Marcador de fecha 5">
            <a:extLst>
              <a:ext uri="{FF2B5EF4-FFF2-40B4-BE49-F238E27FC236}">
                <a16:creationId xmlns:a16="http://schemas.microsoft.com/office/drawing/2014/main" id="{C3B19A28-AC79-CF20-C703-D6B27C01698A}"/>
              </a:ext>
            </a:extLst>
          </p:cNvPr>
          <p:cNvSpPr>
            <a:spLocks noGrp="1"/>
          </p:cNvSpPr>
          <p:nvPr>
            <p:ph type="dt" sz="half" idx="14"/>
          </p:nvPr>
        </p:nvSpPr>
        <p:spPr>
          <a:xfrm>
            <a:off x="412375" y="210114"/>
            <a:ext cx="1884796" cy="365760"/>
          </a:xfrm>
        </p:spPr>
        <p:txBody>
          <a:bodyPr rtlCol="0"/>
          <a:lstStyle/>
          <a:p>
            <a:pPr rtl="0"/>
            <a:r>
              <a:rPr lang="es-EC"/>
              <a:t>24/11/2025</a:t>
            </a:r>
            <a:endParaRPr lang="en-US"/>
          </a:p>
        </p:txBody>
      </p:sp>
      <p:sp>
        <p:nvSpPr>
          <p:cNvPr id="8" name="Marcador de pie de página 7">
            <a:extLst>
              <a:ext uri="{FF2B5EF4-FFF2-40B4-BE49-F238E27FC236}">
                <a16:creationId xmlns:a16="http://schemas.microsoft.com/office/drawing/2014/main" id="{19E554EC-D104-642A-5E42-E4CFB243523F}"/>
              </a:ext>
            </a:extLst>
          </p:cNvPr>
          <p:cNvSpPr>
            <a:spLocks noGrp="1"/>
          </p:cNvSpPr>
          <p:nvPr>
            <p:ph type="ftr" sz="quarter" idx="15"/>
          </p:nvPr>
        </p:nvSpPr>
        <p:spPr>
          <a:xfrm>
            <a:off x="6481323" y="210114"/>
            <a:ext cx="2509284" cy="365760"/>
          </a:xfrm>
        </p:spPr>
        <p:txBody>
          <a:bodyPr rtlCol="0"/>
          <a:lstStyle>
            <a:lvl1pPr>
              <a:defRPr>
                <a:solidFill>
                  <a:schemeClr val="tx1"/>
                </a:solidFill>
              </a:defRPr>
            </a:lvl1pPr>
          </a:lstStyle>
          <a:p>
            <a:pPr rtl="0"/>
            <a:r>
              <a:rPr lang="es-MX"/>
              <a:t>Link del proyecto: https://github.com/gusluzard/juego_snake.git</a:t>
            </a:r>
            <a:endParaRPr lang="es"/>
          </a:p>
        </p:txBody>
      </p:sp>
      <p:sp>
        <p:nvSpPr>
          <p:cNvPr id="9" name="Marcador de número de diapositiva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7" name="Marcador de contenido 6">
            <a:extLst>
              <a:ext uri="{FF2B5EF4-FFF2-40B4-BE49-F238E27FC236}">
                <a16:creationId xmlns:a16="http://schemas.microsoft.com/office/drawing/2014/main" id="{28C8B19A-6FC1-2B71-0BFB-9274CBF396B9}"/>
              </a:ext>
            </a:extLst>
          </p:cNvPr>
          <p:cNvSpPr>
            <a:spLocks noGrp="1"/>
          </p:cNvSpPr>
          <p:nvPr>
            <p:ph sz="quarter" idx="13"/>
          </p:nvPr>
        </p:nvSpPr>
        <p:spPr>
          <a:xfrm>
            <a:off x="6481322" y="1148580"/>
            <a:ext cx="4986777" cy="4606762"/>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23553263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con imagen">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Rectángulo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3" name="Rectángulo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5" name="Título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rtlCol="0"/>
          <a:lstStyle>
            <a:lvl1pPr>
              <a:defRPr sz="5000"/>
            </a:lvl1pPr>
          </a:lstStyle>
          <a:p>
            <a:pPr rtl="0"/>
            <a:r>
              <a:rPr lang="es"/>
              <a:t>Haga clic para modificar el estilo de título del patrón</a:t>
            </a:r>
          </a:p>
        </p:txBody>
      </p:sp>
      <p:sp>
        <p:nvSpPr>
          <p:cNvPr id="6" name="Marcador de fecha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rtlCol="0"/>
          <a:lstStyle>
            <a:lvl1pPr>
              <a:defRPr>
                <a:solidFill>
                  <a:schemeClr val="tx1"/>
                </a:solidFill>
              </a:defRPr>
            </a:lvl1pPr>
          </a:lstStyle>
          <a:p>
            <a:pPr rtl="0"/>
            <a:r>
              <a:rPr lang="es-EC"/>
              <a:t>24/11/2025</a:t>
            </a:r>
            <a:endParaRPr lang="en-US"/>
          </a:p>
        </p:txBody>
      </p:sp>
      <p:sp>
        <p:nvSpPr>
          <p:cNvPr id="8" name="Marcador de pie de página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rtlCol="0"/>
          <a:lstStyle>
            <a:lvl1pPr>
              <a:defRPr>
                <a:solidFill>
                  <a:schemeClr val="tx1"/>
                </a:solidFill>
              </a:defRPr>
            </a:lvl1pPr>
          </a:lstStyle>
          <a:p>
            <a:pPr rtl="0"/>
            <a:r>
              <a:rPr lang="es-MX"/>
              <a:t>Link del proyecto: https://github.com/gusluzard/juego_snake.git</a:t>
            </a:r>
            <a:endParaRPr lang="es"/>
          </a:p>
        </p:txBody>
      </p:sp>
      <p:sp>
        <p:nvSpPr>
          <p:cNvPr id="9" name="Marcador de número de diapositiva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7" name="Marcador de contenido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15" name="Marcador de posición de imagen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rtlCol="0"/>
          <a:lstStyle>
            <a:lvl1pPr>
              <a:defRPr/>
            </a:lvl1pPr>
          </a:lstStyle>
          <a:p>
            <a:pPr rtl="0"/>
            <a:r>
              <a:rPr lang="es"/>
              <a:t>   </a:t>
            </a:r>
          </a:p>
        </p:txBody>
      </p:sp>
    </p:spTree>
    <p:extLst>
      <p:ext uri="{BB962C8B-B14F-4D97-AF65-F5344CB8AC3E}">
        <p14:creationId xmlns:p14="http://schemas.microsoft.com/office/powerpoint/2010/main" val="34280861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ido 2">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F5EF5A46-889B-82F0-E6A3-B308E2DCC951}"/>
              </a:ext>
            </a:extLst>
          </p:cNvPr>
          <p:cNvSpPr/>
          <p:nvPr/>
        </p:nvSpPr>
        <p:spPr>
          <a:xfrm rot="5400000" flipH="1" flipV="1">
            <a:off x="5012872" y="-5012874"/>
            <a:ext cx="2166257" cy="12192001"/>
          </a:xfrm>
          <a:prstGeom prst="rect">
            <a:avLst/>
          </a:prstGeom>
          <a:gradFill flip="none" rotWithShape="1">
            <a:gsLst>
              <a:gs pos="0">
                <a:schemeClr val="accent3">
                  <a:lumMod val="60000"/>
                  <a:lumOff val="40000"/>
                </a:schemeClr>
              </a:gs>
              <a:gs pos="61000">
                <a:schemeClr val="bg2">
                  <a:alpha val="0"/>
                </a:schemeClr>
              </a:gs>
            </a:gsLst>
            <a:lin ang="11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5" name="Rectángulo 4">
            <a:extLst>
              <a:ext uri="{FF2B5EF4-FFF2-40B4-BE49-F238E27FC236}">
                <a16:creationId xmlns:a16="http://schemas.microsoft.com/office/drawing/2014/main" id="{70E27D4F-6E85-4618-7F98-5F4B945ACFE4}"/>
              </a:ext>
            </a:extLst>
          </p:cNvPr>
          <p:cNvSpPr/>
          <p:nvPr/>
        </p:nvSpPr>
        <p:spPr>
          <a:xfrm rot="10800000" flipH="1" flipV="1">
            <a:off x="4836601" y="0"/>
            <a:ext cx="7355399" cy="6858000"/>
          </a:xfrm>
          <a:prstGeom prst="rect">
            <a:avLst/>
          </a:prstGeom>
          <a:gradFill flip="none" rotWithShape="1">
            <a:gsLst>
              <a:gs pos="44000">
                <a:schemeClr val="accent2">
                  <a:alpha val="28000"/>
                </a:schemeClr>
              </a:gs>
              <a:gs pos="0">
                <a:schemeClr val="accent1"/>
              </a:gs>
              <a:gs pos="75000">
                <a:schemeClr val="bg2">
                  <a:alpha val="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6" name="Rectángulo 5">
            <a:extLst>
              <a:ext uri="{FF2B5EF4-FFF2-40B4-BE49-F238E27FC236}">
                <a16:creationId xmlns:a16="http://schemas.microsoft.com/office/drawing/2014/main" id="{70C6460E-7477-249C-CA29-89DD19B3F5CB}"/>
              </a:ext>
            </a:extLst>
          </p:cNvPr>
          <p:cNvSpPr/>
          <p:nvPr/>
        </p:nvSpPr>
        <p:spPr>
          <a:xfrm rot="10800000" flipH="1" flipV="1">
            <a:off x="6749143" y="1763485"/>
            <a:ext cx="5442857" cy="5094514"/>
          </a:xfrm>
          <a:prstGeom prst="rect">
            <a:avLst/>
          </a:prstGeom>
          <a:gradFill flip="none" rotWithShape="1">
            <a:gsLst>
              <a:gs pos="0">
                <a:schemeClr val="accent5">
                  <a:lumMod val="60000"/>
                  <a:lumOff val="40000"/>
                </a:schemeClr>
              </a:gs>
              <a:gs pos="52000">
                <a:schemeClr val="accent4">
                  <a:lumMod val="5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990595"/>
            <a:ext cx="5811178" cy="3043682"/>
          </a:xfrm>
        </p:spPr>
        <p:txBody>
          <a:bodyPr rtlCol="0" anchor="b">
            <a:normAutofit/>
          </a:bodyPr>
          <a:lstStyle>
            <a:lvl1pPr>
              <a:defRPr sz="4400">
                <a:solidFill>
                  <a:schemeClr val="tx1"/>
                </a:solidFill>
              </a:defRPr>
            </a:lvl1pPr>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45602332-ECCE-37C9-0CA1-1743D107C8E3}"/>
              </a:ext>
            </a:extLst>
          </p:cNvPr>
          <p:cNvSpPr>
            <a:spLocks noGrp="1"/>
          </p:cNvSpPr>
          <p:nvPr>
            <p:ph type="dt" sz="half" idx="14"/>
          </p:nvPr>
        </p:nvSpPr>
        <p:spPr/>
        <p:txBody>
          <a:bodyPr rtlCol="0"/>
          <a:lstStyle/>
          <a:p>
            <a:pPr rtl="0"/>
            <a:r>
              <a:rPr lang="es-EC"/>
              <a:t>24/11/2025</a:t>
            </a:r>
            <a:endParaRPr lang="en-US"/>
          </a:p>
        </p:txBody>
      </p:sp>
      <p:sp>
        <p:nvSpPr>
          <p:cNvPr id="7" name="Marcador de pie de página 6">
            <a:extLst>
              <a:ext uri="{FF2B5EF4-FFF2-40B4-BE49-F238E27FC236}">
                <a16:creationId xmlns:a16="http://schemas.microsoft.com/office/drawing/2014/main" id="{CA8E192A-D6F1-1585-7133-0041C85402EF}"/>
              </a:ext>
            </a:extLst>
          </p:cNvPr>
          <p:cNvSpPr>
            <a:spLocks noGrp="1"/>
          </p:cNvSpPr>
          <p:nvPr>
            <p:ph type="ftr" sz="quarter" idx="15"/>
          </p:nvPr>
        </p:nvSpPr>
        <p:spPr/>
        <p:txBody>
          <a:bodyPr rtlCol="0"/>
          <a:lstStyle/>
          <a:p>
            <a:pPr rtl="0"/>
            <a:r>
              <a:rPr lang="es-MX"/>
              <a:t>Link del proyecto: https://github.com/gusluzard/juego_snake.git</a:t>
            </a:r>
            <a:endParaRPr lang="es"/>
          </a:p>
        </p:txBody>
      </p:sp>
      <p:sp>
        <p:nvSpPr>
          <p:cNvPr id="9" name="Marcador de número de diapositiva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8" name="Marcador de contenido 7">
            <a:extLst>
              <a:ext uri="{FF2B5EF4-FFF2-40B4-BE49-F238E27FC236}">
                <a16:creationId xmlns:a16="http://schemas.microsoft.com/office/drawing/2014/main" id="{C6F072A2-EBC7-B7EA-DA98-BAC0AA46E7A4}"/>
              </a:ext>
            </a:extLst>
          </p:cNvPr>
          <p:cNvSpPr>
            <a:spLocks noGrp="1"/>
          </p:cNvSpPr>
          <p:nvPr>
            <p:ph sz="quarter" idx="13"/>
          </p:nvPr>
        </p:nvSpPr>
        <p:spPr>
          <a:xfrm>
            <a:off x="301752" y="4167941"/>
            <a:ext cx="5811177" cy="181722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23624301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ido 3">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B637BF44-E096-ADC8-0C23-BA7E19E66787}"/>
              </a:ext>
            </a:extLst>
          </p:cNvPr>
          <p:cNvSpPr/>
          <p:nvPr/>
        </p:nvSpPr>
        <p:spPr>
          <a:xfrm rot="10800000" flipV="1">
            <a:off x="3342" y="0"/>
            <a:ext cx="5334001" cy="6858000"/>
          </a:xfrm>
          <a:prstGeom prst="rect">
            <a:avLst/>
          </a:prstGeom>
          <a:gradFill flip="none" rotWithShape="1">
            <a:gsLst>
              <a:gs pos="52000">
                <a:schemeClr val="accent2">
                  <a:alpha val="28000"/>
                </a:schemeClr>
              </a:gs>
              <a:gs pos="0">
                <a:schemeClr val="accent1"/>
              </a:gs>
              <a:gs pos="78000">
                <a:schemeClr val="bg2">
                  <a:alpha val="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5" name="Rectángulo 4">
            <a:extLst>
              <a:ext uri="{FF2B5EF4-FFF2-40B4-BE49-F238E27FC236}">
                <a16:creationId xmlns:a16="http://schemas.microsoft.com/office/drawing/2014/main" id="{E503D519-17B6-1CCD-DA98-45A0B88A04E8}"/>
              </a:ext>
            </a:extLst>
          </p:cNvPr>
          <p:cNvSpPr/>
          <p:nvPr/>
        </p:nvSpPr>
        <p:spPr>
          <a:xfrm rot="10800000" flipV="1">
            <a:off x="-2" y="1448661"/>
            <a:ext cx="7828909" cy="5409338"/>
          </a:xfrm>
          <a:prstGeom prst="rect">
            <a:avLst/>
          </a:prstGeom>
          <a:gradFill flip="none" rotWithShape="1">
            <a:gsLst>
              <a:gs pos="0">
                <a:schemeClr val="accent3">
                  <a:lumMod val="60000"/>
                  <a:lumOff val="40000"/>
                </a:schemeClr>
              </a:gs>
              <a:gs pos="52000">
                <a:schemeClr val="accent4">
                  <a:lumMod val="5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1866900" y="1738353"/>
            <a:ext cx="2907231" cy="2501900"/>
          </a:xfrm>
        </p:spPr>
        <p:txBody>
          <a:bodyPr rtlCol="0" anchor="t">
            <a:normAutofit/>
          </a:bodyPr>
          <a:lstStyle>
            <a:lvl1pPr>
              <a:defRPr sz="2800">
                <a:solidFill>
                  <a:schemeClr val="tx1"/>
                </a:solidFill>
              </a:defRPr>
            </a:lvl1pPr>
          </a:lstStyle>
          <a:p>
            <a:pPr rtl="0"/>
            <a:r>
              <a:rPr lang="es"/>
              <a:t>Haga clic para modificar el estilo de título del patrón</a:t>
            </a:r>
          </a:p>
        </p:txBody>
      </p:sp>
      <p:sp>
        <p:nvSpPr>
          <p:cNvPr id="13" name="Marcador de fecha 12">
            <a:extLst>
              <a:ext uri="{FF2B5EF4-FFF2-40B4-BE49-F238E27FC236}">
                <a16:creationId xmlns:a16="http://schemas.microsoft.com/office/drawing/2014/main" id="{36A82C16-EB1A-4294-103B-715F071E5A35}"/>
              </a:ext>
            </a:extLst>
          </p:cNvPr>
          <p:cNvSpPr>
            <a:spLocks noGrp="1"/>
          </p:cNvSpPr>
          <p:nvPr>
            <p:ph type="dt" sz="half" idx="14"/>
          </p:nvPr>
        </p:nvSpPr>
        <p:spPr/>
        <p:txBody>
          <a:bodyPr rtlCol="0"/>
          <a:lstStyle/>
          <a:p>
            <a:pPr rtl="0"/>
            <a:r>
              <a:rPr lang="es-EC"/>
              <a:t>24/11/2025</a:t>
            </a:r>
            <a:endParaRPr lang="en-US"/>
          </a:p>
        </p:txBody>
      </p:sp>
      <p:sp>
        <p:nvSpPr>
          <p:cNvPr id="14" name="Marcador de pie de página 13">
            <a:extLst>
              <a:ext uri="{FF2B5EF4-FFF2-40B4-BE49-F238E27FC236}">
                <a16:creationId xmlns:a16="http://schemas.microsoft.com/office/drawing/2014/main" id="{F09CF825-511F-35F8-E0EC-636033ED43EE}"/>
              </a:ext>
            </a:extLst>
          </p:cNvPr>
          <p:cNvSpPr>
            <a:spLocks noGrp="1"/>
          </p:cNvSpPr>
          <p:nvPr>
            <p:ph type="ftr" sz="quarter" idx="15"/>
          </p:nvPr>
        </p:nvSpPr>
        <p:spPr/>
        <p:txBody>
          <a:bodyPr rtlCol="0"/>
          <a:lstStyle/>
          <a:p>
            <a:pPr rtl="0"/>
            <a:r>
              <a:rPr lang="es-MX"/>
              <a:t>Link del proyecto: https://github.com/gusluzard/juego_snake.git</a:t>
            </a:r>
            <a:endParaRPr lang="es"/>
          </a:p>
        </p:txBody>
      </p:sp>
      <p:sp>
        <p:nvSpPr>
          <p:cNvPr id="15" name="Marcador de número de diapositiva 14">
            <a:extLst>
              <a:ext uri="{FF2B5EF4-FFF2-40B4-BE49-F238E27FC236}">
                <a16:creationId xmlns:a16="http://schemas.microsoft.com/office/drawing/2014/main" id="{727EA83B-52EA-A0B8-E2E8-C9D1FE273B22}"/>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8" name="Marcador de contenido 7">
            <a:extLst>
              <a:ext uri="{FF2B5EF4-FFF2-40B4-BE49-F238E27FC236}">
                <a16:creationId xmlns:a16="http://schemas.microsoft.com/office/drawing/2014/main" id="{7D633F00-464B-3088-812A-40496FD1021A}"/>
              </a:ext>
            </a:extLst>
          </p:cNvPr>
          <p:cNvSpPr>
            <a:spLocks noGrp="1"/>
          </p:cNvSpPr>
          <p:nvPr>
            <p:ph sz="quarter" idx="13"/>
          </p:nvPr>
        </p:nvSpPr>
        <p:spPr>
          <a:xfrm>
            <a:off x="5334000" y="1738352"/>
            <a:ext cx="4797769" cy="3787377"/>
          </a:xfrm>
        </p:spPr>
        <p:txBody>
          <a:bodyPr vert="horz" lIns="91440" tIns="45720" rIns="73152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26375885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ido 4">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Rectángulo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9" name="Rectángulo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Rectángulo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rtl="0"/>
            <a:endParaRPr lang="en-US"/>
          </a:p>
        </p:txBody>
      </p:sp>
      <p:cxnSp>
        <p:nvCxnSpPr>
          <p:cNvPr id="11" name="Conector recto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ángulo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rtlCol="0" anchor="b">
            <a:normAutofit/>
          </a:bodyPr>
          <a:lstStyle>
            <a:lvl1pPr>
              <a:defRPr sz="4800" b="0">
                <a:solidFill>
                  <a:schemeClr val="tx1"/>
                </a:solidFill>
              </a:defRPr>
            </a:lvl1pPr>
          </a:lstStyle>
          <a:p>
            <a:pPr rtl="0"/>
            <a:r>
              <a:rPr lang="es"/>
              <a:t>Haga clic para modificar el estilo de título del patrón</a:t>
            </a:r>
          </a:p>
        </p:txBody>
      </p:sp>
      <p:sp>
        <p:nvSpPr>
          <p:cNvPr id="4" name="Marcador de fecha 3">
            <a:extLst>
              <a:ext uri="{FF2B5EF4-FFF2-40B4-BE49-F238E27FC236}">
                <a16:creationId xmlns:a16="http://schemas.microsoft.com/office/drawing/2014/main" id="{2BF3AD86-30C4-61DF-3300-53A4A4BB6D4D}"/>
              </a:ext>
            </a:extLst>
          </p:cNvPr>
          <p:cNvSpPr>
            <a:spLocks noGrp="1"/>
          </p:cNvSpPr>
          <p:nvPr>
            <p:ph type="dt" sz="half" idx="14"/>
          </p:nvPr>
        </p:nvSpPr>
        <p:spPr/>
        <p:txBody>
          <a:bodyPr rtlCol="0"/>
          <a:lstStyle/>
          <a:p>
            <a:pPr rtl="0"/>
            <a:r>
              <a:rPr lang="es-EC"/>
              <a:t>24/11/2025</a:t>
            </a:r>
            <a:endParaRPr lang="en-US"/>
          </a:p>
        </p:txBody>
      </p:sp>
      <p:sp>
        <p:nvSpPr>
          <p:cNvPr id="5" name="Marcador de pie de página 4">
            <a:extLst>
              <a:ext uri="{FF2B5EF4-FFF2-40B4-BE49-F238E27FC236}">
                <a16:creationId xmlns:a16="http://schemas.microsoft.com/office/drawing/2014/main" id="{B40ED380-F3FA-F88A-4719-014588A2E13B}"/>
              </a:ext>
            </a:extLst>
          </p:cNvPr>
          <p:cNvSpPr>
            <a:spLocks noGrp="1"/>
          </p:cNvSpPr>
          <p:nvPr>
            <p:ph type="ftr" sz="quarter" idx="15"/>
          </p:nvPr>
        </p:nvSpPr>
        <p:spPr/>
        <p:txBody>
          <a:bodyPr rtlCol="0"/>
          <a:lstStyle/>
          <a:p>
            <a:pPr rtl="0"/>
            <a:r>
              <a:rPr lang="es-MX"/>
              <a:t>Link del proyecto: https://github.com/gusluzard/juego_snake.git</a:t>
            </a:r>
            <a:endParaRPr lang="es"/>
          </a:p>
        </p:txBody>
      </p:sp>
      <p:sp>
        <p:nvSpPr>
          <p:cNvPr id="6" name="Marcador de número de diapositiva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rtlCol="0"/>
          <a:lstStyle/>
          <a:p>
            <a:pPr rtl="0"/>
            <a:fld id="{5E0677F5-4A8A-4BF1-96BE-3BAE8FBAFE2E}" type="slidenum">
              <a:rPr lang="en-US" smtClean="0"/>
              <a:pPr rtl="0"/>
              <a:t>‹Nº›</a:t>
            </a:fld>
            <a:endParaRPr lang="en-US"/>
          </a:p>
        </p:txBody>
      </p:sp>
      <p:sp>
        <p:nvSpPr>
          <p:cNvPr id="8" name="Marcador de contenido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25956481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ido 5">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925286"/>
            <a:ext cx="6177587" cy="1635723"/>
          </a:xfrm>
        </p:spPr>
        <p:txBody>
          <a:bodyPr rtlCol="0" anchor="b">
            <a:normAutofit/>
          </a:bodyPr>
          <a:lstStyle>
            <a:lvl1pPr>
              <a:defRPr sz="4400">
                <a:solidFill>
                  <a:schemeClr val="tx1"/>
                </a:solidFill>
              </a:defRPr>
            </a:lvl1pPr>
          </a:lstStyle>
          <a:p>
            <a:pPr rtl="0"/>
            <a:r>
              <a:rPr lang="es"/>
              <a:t>Haga clic para modificar el estilo de título del patrón</a:t>
            </a:r>
          </a:p>
        </p:txBody>
      </p:sp>
      <p:sp>
        <p:nvSpPr>
          <p:cNvPr id="4" name="Marcador de fecha 3">
            <a:extLst>
              <a:ext uri="{FF2B5EF4-FFF2-40B4-BE49-F238E27FC236}">
                <a16:creationId xmlns:a16="http://schemas.microsoft.com/office/drawing/2014/main" id="{73F7B4F8-3C61-0936-7251-8633EE5F2C1B}"/>
              </a:ext>
            </a:extLst>
          </p:cNvPr>
          <p:cNvSpPr>
            <a:spLocks noGrp="1"/>
          </p:cNvSpPr>
          <p:nvPr>
            <p:ph type="dt" sz="half" idx="14"/>
          </p:nvPr>
        </p:nvSpPr>
        <p:spPr/>
        <p:txBody>
          <a:bodyPr rtlCol="0"/>
          <a:lstStyle/>
          <a:p>
            <a:pPr rtl="0"/>
            <a:r>
              <a:rPr lang="es-EC"/>
              <a:t>24/11/2025</a:t>
            </a:r>
            <a:endParaRPr lang="en-US"/>
          </a:p>
        </p:txBody>
      </p:sp>
      <p:sp>
        <p:nvSpPr>
          <p:cNvPr id="5" name="Marcador de pie de página 4">
            <a:extLst>
              <a:ext uri="{FF2B5EF4-FFF2-40B4-BE49-F238E27FC236}">
                <a16:creationId xmlns:a16="http://schemas.microsoft.com/office/drawing/2014/main" id="{26DA624A-E1F8-4C9A-205B-0A6EA83A187B}"/>
              </a:ext>
            </a:extLst>
          </p:cNvPr>
          <p:cNvSpPr>
            <a:spLocks noGrp="1"/>
          </p:cNvSpPr>
          <p:nvPr>
            <p:ph type="ftr" sz="quarter" idx="15"/>
          </p:nvPr>
        </p:nvSpPr>
        <p:spPr/>
        <p:txBody>
          <a:bodyPr rtlCol="0"/>
          <a:lstStyle/>
          <a:p>
            <a:pPr rtl="0"/>
            <a:r>
              <a:rPr lang="es-MX"/>
              <a:t>Link del proyecto: https://github.com/gusluzard/juego_snake.git</a:t>
            </a:r>
            <a:endParaRPr lang="es"/>
          </a:p>
        </p:txBody>
      </p:sp>
      <p:sp>
        <p:nvSpPr>
          <p:cNvPr id="11" name="Marcador de número de diapositiva 10">
            <a:extLst>
              <a:ext uri="{FF2B5EF4-FFF2-40B4-BE49-F238E27FC236}">
                <a16:creationId xmlns:a16="http://schemas.microsoft.com/office/drawing/2014/main" id="{11848B1D-AC89-3F75-720C-6A1E8C8E7AAF}"/>
              </a:ext>
            </a:extLst>
          </p:cNvPr>
          <p:cNvSpPr>
            <a:spLocks noGrp="1"/>
          </p:cNvSpPr>
          <p:nvPr>
            <p:ph type="sldNum" sz="quarter" idx="16"/>
          </p:nvPr>
        </p:nvSpPr>
        <p:spPr/>
        <p:txBody>
          <a:bodyPr rtlCol="0"/>
          <a:lstStyle/>
          <a:p>
            <a:pPr rtl="0"/>
            <a:fld id="{5E0677F5-4A8A-4BF1-96BE-3BAE8FBAFE2E}" type="slidenum">
              <a:rPr lang="en-US" smtClean="0"/>
              <a:pPr rtl="0"/>
              <a:t>‹Nº›</a:t>
            </a:fld>
            <a:endParaRPr lang="en-US"/>
          </a:p>
        </p:txBody>
      </p:sp>
      <p:sp>
        <p:nvSpPr>
          <p:cNvPr id="8" name="Marcador de contenido 7">
            <a:extLst>
              <a:ext uri="{FF2B5EF4-FFF2-40B4-BE49-F238E27FC236}">
                <a16:creationId xmlns:a16="http://schemas.microsoft.com/office/drawing/2014/main" id="{C6F072A2-EBC7-B7EA-DA98-BAC0AA46E7A4}"/>
              </a:ext>
            </a:extLst>
          </p:cNvPr>
          <p:cNvSpPr>
            <a:spLocks noGrp="1"/>
          </p:cNvSpPr>
          <p:nvPr>
            <p:ph sz="quarter" idx="13"/>
          </p:nvPr>
        </p:nvSpPr>
        <p:spPr>
          <a:xfrm>
            <a:off x="301751" y="3017520"/>
            <a:ext cx="7680960" cy="34747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6" name="Rectángulo 5">
            <a:extLst>
              <a:ext uri="{FF2B5EF4-FFF2-40B4-BE49-F238E27FC236}">
                <a16:creationId xmlns:a16="http://schemas.microsoft.com/office/drawing/2014/main" id="{8F51E206-ED3F-B360-C610-1197186BA59A}"/>
              </a:ext>
            </a:extLst>
          </p:cNvPr>
          <p:cNvSpPr/>
          <p:nvPr/>
        </p:nvSpPr>
        <p:spPr>
          <a:xfrm rot="16200000" flipV="1">
            <a:off x="7683337" y="2349337"/>
            <a:ext cx="6858000" cy="2159326"/>
          </a:xfrm>
          <a:prstGeom prst="rect">
            <a:avLst/>
          </a:prstGeom>
          <a:gradFill>
            <a:gsLst>
              <a:gs pos="0">
                <a:schemeClr val="accent3"/>
              </a:gs>
              <a:gs pos="48000">
                <a:schemeClr val="bg2">
                  <a:alpha val="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10" name="Rectángulo 9">
            <a:extLst>
              <a:ext uri="{FF2B5EF4-FFF2-40B4-BE49-F238E27FC236}">
                <a16:creationId xmlns:a16="http://schemas.microsoft.com/office/drawing/2014/main" id="{4D874C02-925E-C0AE-1F22-882A90A64E54}"/>
              </a:ext>
            </a:extLst>
          </p:cNvPr>
          <p:cNvSpPr/>
          <p:nvPr/>
        </p:nvSpPr>
        <p:spPr>
          <a:xfrm rot="10800000" flipH="1" flipV="1">
            <a:off x="7849486" y="0"/>
            <a:ext cx="4342514" cy="6858000"/>
          </a:xfrm>
          <a:prstGeom prst="rect">
            <a:avLst/>
          </a:prstGeom>
          <a:gradFill flip="none" rotWithShape="1">
            <a:gsLst>
              <a:gs pos="29000">
                <a:schemeClr val="accent2">
                  <a:alpha val="28000"/>
                </a:schemeClr>
              </a:gs>
              <a:gs pos="5000">
                <a:schemeClr val="accent1">
                  <a:alpha val="63000"/>
                </a:schemeClr>
              </a:gs>
              <a:gs pos="66000">
                <a:schemeClr val="bg2">
                  <a:alpha val="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Tree>
    <p:extLst>
      <p:ext uri="{BB962C8B-B14F-4D97-AF65-F5344CB8AC3E}">
        <p14:creationId xmlns:p14="http://schemas.microsoft.com/office/powerpoint/2010/main" val="35067437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ido 6">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5" name="Rectángulo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rtl="0"/>
            <a:r>
              <a:rPr lang="es"/>
              <a:t>Haga clic para modificar el estilo de título del patrón</a:t>
            </a:r>
          </a:p>
        </p:txBody>
      </p:sp>
      <p:sp>
        <p:nvSpPr>
          <p:cNvPr id="3" name="Marcador de fecha 2">
            <a:extLst>
              <a:ext uri="{FF2B5EF4-FFF2-40B4-BE49-F238E27FC236}">
                <a16:creationId xmlns:a16="http://schemas.microsoft.com/office/drawing/2014/main" id="{11C4CAAF-9048-5116-D3C8-15E595C3BC25}"/>
              </a:ext>
            </a:extLst>
          </p:cNvPr>
          <p:cNvSpPr>
            <a:spLocks noGrp="1"/>
          </p:cNvSpPr>
          <p:nvPr>
            <p:ph type="dt" sz="half" idx="14"/>
          </p:nvPr>
        </p:nvSpPr>
        <p:spPr/>
        <p:txBody>
          <a:bodyPr rtlCol="0"/>
          <a:lstStyle/>
          <a:p>
            <a:pPr rtl="0"/>
            <a:r>
              <a:rPr lang="es-EC"/>
              <a:t>24/11/2025</a:t>
            </a:r>
            <a:endParaRPr lang="en-US"/>
          </a:p>
        </p:txBody>
      </p:sp>
      <p:sp>
        <p:nvSpPr>
          <p:cNvPr id="7" name="Marcador de pie de página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rtlCol="0"/>
          <a:lstStyle/>
          <a:p>
            <a:pPr rtl="0"/>
            <a:r>
              <a:rPr lang="es-MX"/>
              <a:t>Link del proyecto: https://github.com/gusluzard/juego_snake.git</a:t>
            </a:r>
            <a:endParaRPr lang="es"/>
          </a:p>
        </p:txBody>
      </p:sp>
      <p:sp>
        <p:nvSpPr>
          <p:cNvPr id="9" name="Marcador de número de diapositiva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8" name="Marcador de contenido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11617984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ido 7">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1025717"/>
            <a:ext cx="3144282" cy="2443427"/>
          </a:xfrm>
        </p:spPr>
        <p:txBody>
          <a:bodyPr rtlCol="0" anchor="t">
            <a:normAutofit/>
          </a:bodyPr>
          <a:lstStyle>
            <a:lvl1pPr>
              <a:defRPr sz="2800">
                <a:solidFill>
                  <a:schemeClr val="tx1"/>
                </a:solidFill>
              </a:defRPr>
            </a:lvl1pPr>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45602332-ECCE-37C9-0CA1-1743D107C8E3}"/>
              </a:ext>
            </a:extLst>
          </p:cNvPr>
          <p:cNvSpPr>
            <a:spLocks noGrp="1"/>
          </p:cNvSpPr>
          <p:nvPr>
            <p:ph type="dt" sz="half" idx="14"/>
          </p:nvPr>
        </p:nvSpPr>
        <p:spPr/>
        <p:txBody>
          <a:bodyPr rtlCol="0"/>
          <a:lstStyle/>
          <a:p>
            <a:pPr rtl="0"/>
            <a:r>
              <a:rPr lang="es-EC"/>
              <a:t>24/11/2025</a:t>
            </a:r>
            <a:endParaRPr lang="en-US"/>
          </a:p>
        </p:txBody>
      </p:sp>
      <p:sp>
        <p:nvSpPr>
          <p:cNvPr id="7" name="Marcador de pie de página 6">
            <a:extLst>
              <a:ext uri="{FF2B5EF4-FFF2-40B4-BE49-F238E27FC236}">
                <a16:creationId xmlns:a16="http://schemas.microsoft.com/office/drawing/2014/main" id="{CA8E192A-D6F1-1585-7133-0041C85402EF}"/>
              </a:ext>
            </a:extLst>
          </p:cNvPr>
          <p:cNvSpPr>
            <a:spLocks noGrp="1"/>
          </p:cNvSpPr>
          <p:nvPr>
            <p:ph type="ftr" sz="quarter" idx="15"/>
          </p:nvPr>
        </p:nvSpPr>
        <p:spPr>
          <a:xfrm>
            <a:off x="4470069" y="210114"/>
            <a:ext cx="2664515" cy="365760"/>
          </a:xfrm>
        </p:spPr>
        <p:txBody>
          <a:bodyPr rtlCol="0"/>
          <a:lstStyle/>
          <a:p>
            <a:pPr rtl="0"/>
            <a:r>
              <a:rPr lang="es-MX"/>
              <a:t>Link del proyecto: https://github.com/gusluzard/juego_snake.git</a:t>
            </a:r>
            <a:endParaRPr lang="es"/>
          </a:p>
        </p:txBody>
      </p:sp>
      <p:sp>
        <p:nvSpPr>
          <p:cNvPr id="9" name="Marcador de número de diapositiva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8" name="Marcador de contenido 7">
            <a:extLst>
              <a:ext uri="{FF2B5EF4-FFF2-40B4-BE49-F238E27FC236}">
                <a16:creationId xmlns:a16="http://schemas.microsoft.com/office/drawing/2014/main" id="{C6F072A2-EBC7-B7EA-DA98-BAC0AA46E7A4}"/>
              </a:ext>
            </a:extLst>
          </p:cNvPr>
          <p:cNvSpPr>
            <a:spLocks noGrp="1"/>
          </p:cNvSpPr>
          <p:nvPr>
            <p:ph sz="quarter" idx="13"/>
          </p:nvPr>
        </p:nvSpPr>
        <p:spPr>
          <a:xfrm>
            <a:off x="4470070" y="1025717"/>
            <a:ext cx="6306086" cy="5335754"/>
          </a:xfrm>
        </p:spPr>
        <p:txBody>
          <a:bodyPr vert="horz" lIns="91440" tIns="45720" rIns="82296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26890087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ido 8">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722376"/>
            <a:ext cx="9875520" cy="731520"/>
          </a:xfrm>
        </p:spPr>
        <p:txBody>
          <a:bodyPr rtlCol="0" anchor="b">
            <a:normAutofit/>
          </a:bodyPr>
          <a:lstStyle>
            <a:lvl1pPr>
              <a:defRPr sz="2800">
                <a:solidFill>
                  <a:schemeClr val="tx1"/>
                </a:solidFill>
              </a:defRPr>
            </a:lvl1pPr>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45602332-ECCE-37C9-0CA1-1743D107C8E3}"/>
              </a:ext>
            </a:extLst>
          </p:cNvPr>
          <p:cNvSpPr>
            <a:spLocks noGrp="1"/>
          </p:cNvSpPr>
          <p:nvPr>
            <p:ph type="dt" sz="half" idx="14"/>
          </p:nvPr>
        </p:nvSpPr>
        <p:spPr/>
        <p:txBody>
          <a:bodyPr rtlCol="0"/>
          <a:lstStyle/>
          <a:p>
            <a:pPr rtl="0"/>
            <a:r>
              <a:rPr lang="es-EC"/>
              <a:t>24/11/2025</a:t>
            </a:r>
            <a:endParaRPr lang="en-US"/>
          </a:p>
        </p:txBody>
      </p:sp>
      <p:sp>
        <p:nvSpPr>
          <p:cNvPr id="7" name="Marcador de pie de página 6">
            <a:extLst>
              <a:ext uri="{FF2B5EF4-FFF2-40B4-BE49-F238E27FC236}">
                <a16:creationId xmlns:a16="http://schemas.microsoft.com/office/drawing/2014/main" id="{CA8E192A-D6F1-1585-7133-0041C85402EF}"/>
              </a:ext>
            </a:extLst>
          </p:cNvPr>
          <p:cNvSpPr>
            <a:spLocks noGrp="1"/>
          </p:cNvSpPr>
          <p:nvPr>
            <p:ph type="ftr" sz="quarter" idx="15"/>
          </p:nvPr>
        </p:nvSpPr>
        <p:spPr/>
        <p:txBody>
          <a:bodyPr rtlCol="0"/>
          <a:lstStyle/>
          <a:p>
            <a:pPr rtl="0"/>
            <a:r>
              <a:rPr lang="es-MX"/>
              <a:t>Link del proyecto: https://github.com/gusluzard/juego_snake.git</a:t>
            </a:r>
            <a:endParaRPr lang="es"/>
          </a:p>
        </p:txBody>
      </p:sp>
      <p:sp>
        <p:nvSpPr>
          <p:cNvPr id="9" name="Marcador de número de diapositiva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10" name="Rectángulo 9">
            <a:extLst>
              <a:ext uri="{FF2B5EF4-FFF2-40B4-BE49-F238E27FC236}">
                <a16:creationId xmlns:a16="http://schemas.microsoft.com/office/drawing/2014/main" id="{67BDEC48-6AF0-A15B-1E5D-9476B32733A4}"/>
              </a:ext>
            </a:extLst>
          </p:cNvPr>
          <p:cNvSpPr/>
          <p:nvPr/>
        </p:nvSpPr>
        <p:spPr>
          <a:xfrm rot="10800000" flipH="1">
            <a:off x="0" y="1700784"/>
            <a:ext cx="12192000" cy="2406798"/>
          </a:xfrm>
          <a:prstGeom prst="rect">
            <a:avLst/>
          </a:prstGeom>
          <a:gradFill>
            <a:gsLst>
              <a:gs pos="79000">
                <a:schemeClr val="bg2">
                  <a:alpha val="0"/>
                </a:schemeClr>
              </a:gs>
              <a:gs pos="100000">
                <a:schemeClr val="accent6">
                  <a:alpha val="66000"/>
                </a:schemeClr>
              </a:gs>
            </a:gsLst>
            <a:lin ang="56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1" name="Rectángulo 10">
            <a:extLst>
              <a:ext uri="{FF2B5EF4-FFF2-40B4-BE49-F238E27FC236}">
                <a16:creationId xmlns:a16="http://schemas.microsoft.com/office/drawing/2014/main" id="{46CCDA7C-EB2B-A59A-8F97-263F3FE42D52}"/>
              </a:ext>
            </a:extLst>
          </p:cNvPr>
          <p:cNvSpPr/>
          <p:nvPr/>
        </p:nvSpPr>
        <p:spPr>
          <a:xfrm rot="10800000">
            <a:off x="1159597" y="1700784"/>
            <a:ext cx="11032403" cy="1260888"/>
          </a:xfrm>
          <a:prstGeom prst="rect">
            <a:avLst/>
          </a:prstGeom>
          <a:gradFill flip="none" rotWithShape="1">
            <a:gsLst>
              <a:gs pos="21830">
                <a:schemeClr val="accent1">
                  <a:lumMod val="75000"/>
                  <a:alpha val="35000"/>
                </a:schemeClr>
              </a:gs>
              <a:gs pos="0">
                <a:schemeClr val="accent3">
                  <a:lumMod val="60000"/>
                  <a:lumOff val="40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8" name="Marcador de contenido 7">
            <a:extLst>
              <a:ext uri="{FF2B5EF4-FFF2-40B4-BE49-F238E27FC236}">
                <a16:creationId xmlns:a16="http://schemas.microsoft.com/office/drawing/2014/main" id="{C6F072A2-EBC7-B7EA-DA98-BAC0AA46E7A4}"/>
              </a:ext>
            </a:extLst>
          </p:cNvPr>
          <p:cNvSpPr>
            <a:spLocks noGrp="1"/>
          </p:cNvSpPr>
          <p:nvPr>
            <p:ph sz="quarter" idx="13"/>
          </p:nvPr>
        </p:nvSpPr>
        <p:spPr>
          <a:xfrm>
            <a:off x="301751" y="2011679"/>
            <a:ext cx="11612880"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14081348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ido 9">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1025717"/>
            <a:ext cx="3144282" cy="2443427"/>
          </a:xfrm>
        </p:spPr>
        <p:txBody>
          <a:bodyPr rtlCol="0" anchor="t">
            <a:normAutofit/>
          </a:bodyPr>
          <a:lstStyle>
            <a:lvl1pPr>
              <a:defRPr sz="2800">
                <a:solidFill>
                  <a:schemeClr val="tx1"/>
                </a:solidFill>
              </a:defRPr>
            </a:lvl1pPr>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45602332-ECCE-37C9-0CA1-1743D107C8E3}"/>
              </a:ext>
            </a:extLst>
          </p:cNvPr>
          <p:cNvSpPr>
            <a:spLocks noGrp="1"/>
          </p:cNvSpPr>
          <p:nvPr>
            <p:ph type="dt" sz="half" idx="14"/>
          </p:nvPr>
        </p:nvSpPr>
        <p:spPr/>
        <p:txBody>
          <a:bodyPr rtlCol="0"/>
          <a:lstStyle/>
          <a:p>
            <a:pPr rtl="0"/>
            <a:r>
              <a:rPr lang="es-EC"/>
              <a:t>24/11/2025</a:t>
            </a:r>
            <a:endParaRPr lang="en-US"/>
          </a:p>
        </p:txBody>
      </p:sp>
      <p:sp>
        <p:nvSpPr>
          <p:cNvPr id="7" name="Marcador de pie de página 6">
            <a:extLst>
              <a:ext uri="{FF2B5EF4-FFF2-40B4-BE49-F238E27FC236}">
                <a16:creationId xmlns:a16="http://schemas.microsoft.com/office/drawing/2014/main" id="{CA8E192A-D6F1-1585-7133-0041C85402EF}"/>
              </a:ext>
            </a:extLst>
          </p:cNvPr>
          <p:cNvSpPr>
            <a:spLocks noGrp="1"/>
          </p:cNvSpPr>
          <p:nvPr>
            <p:ph type="ftr" sz="quarter" idx="15"/>
          </p:nvPr>
        </p:nvSpPr>
        <p:spPr>
          <a:xfrm>
            <a:off x="4470069" y="210114"/>
            <a:ext cx="2664515" cy="365760"/>
          </a:xfrm>
        </p:spPr>
        <p:txBody>
          <a:bodyPr rtlCol="0"/>
          <a:lstStyle/>
          <a:p>
            <a:pPr rtl="0"/>
            <a:r>
              <a:rPr lang="es-MX"/>
              <a:t>Link del proyecto: https://github.com/gusluzard/juego_snake.git</a:t>
            </a:r>
            <a:endParaRPr lang="es"/>
          </a:p>
        </p:txBody>
      </p:sp>
      <p:sp>
        <p:nvSpPr>
          <p:cNvPr id="9" name="Marcador de número de diapositiva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8" name="Marcador de contenido 7">
            <a:extLst>
              <a:ext uri="{FF2B5EF4-FFF2-40B4-BE49-F238E27FC236}">
                <a16:creationId xmlns:a16="http://schemas.microsoft.com/office/drawing/2014/main" id="{C6F072A2-EBC7-B7EA-DA98-BAC0AA46E7A4}"/>
              </a:ext>
            </a:extLst>
          </p:cNvPr>
          <p:cNvSpPr>
            <a:spLocks noGrp="1"/>
          </p:cNvSpPr>
          <p:nvPr>
            <p:ph sz="quarter" idx="13"/>
          </p:nvPr>
        </p:nvSpPr>
        <p:spPr>
          <a:xfrm>
            <a:off x="4470070" y="1025717"/>
            <a:ext cx="7420178" cy="5375082"/>
          </a:xfrm>
        </p:spPr>
        <p:txBody>
          <a:bodyPr vert="horz" lIns="91440" tIns="45720" rIns="82296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1531437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ido con image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rtlCol="0" anchor="b"/>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rtlCol="0"/>
          <a:lstStyle/>
          <a:p>
            <a:pPr rtl="0"/>
            <a:r>
              <a:rPr lang="es-EC"/>
              <a:t>24/11/2025</a:t>
            </a:r>
            <a:endParaRPr lang="en-US"/>
          </a:p>
        </p:txBody>
      </p:sp>
      <p:sp>
        <p:nvSpPr>
          <p:cNvPr id="4" name="Marcador de pie de página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rtlCol="0"/>
          <a:lstStyle/>
          <a:p>
            <a:pPr rtl="0"/>
            <a:r>
              <a:rPr lang="es-MX"/>
              <a:t>Link del proyecto: https://github.com/gusluzard/juego_snake.git</a:t>
            </a:r>
            <a:endParaRPr lang="es"/>
          </a:p>
        </p:txBody>
      </p:sp>
      <p:sp>
        <p:nvSpPr>
          <p:cNvPr id="9" name="Marcador de número de diapositiva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rtlCol="0"/>
          <a:lstStyle/>
          <a:p>
            <a:pPr rtl="0"/>
            <a:fld id="{5E0677F5-4A8A-4BF1-96BE-3BAE8FBAFE2E}" type="slidenum">
              <a:rPr lang="en-US" smtClean="0"/>
              <a:t>‹Nº›</a:t>
            </a:fld>
            <a:endParaRPr lang="en-US"/>
          </a:p>
        </p:txBody>
      </p:sp>
      <p:sp>
        <p:nvSpPr>
          <p:cNvPr id="8" name="Marcador de contenido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rtlCol="0">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10" name="Marcador de posición de imagen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rtlCol="0"/>
          <a:lstStyle>
            <a:lvl1pPr>
              <a:defRPr/>
            </a:lvl1pPr>
          </a:lstStyle>
          <a:p>
            <a:pPr rtl="0"/>
            <a:r>
              <a:rPr lang="es"/>
              <a:t>   </a:t>
            </a:r>
          </a:p>
        </p:txBody>
      </p:sp>
      <p:cxnSp>
        <p:nvCxnSpPr>
          <p:cNvPr id="5" name="Conector recto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99491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ido con imagen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8159103" y="952500"/>
            <a:ext cx="3239262" cy="1582882"/>
          </a:xfrm>
        </p:spPr>
        <p:txBody>
          <a:bodyPr rtlCol="0" anchor="b"/>
          <a:lstStyle/>
          <a:p>
            <a:pPr rtl="0"/>
            <a:r>
              <a:rPr lang="es"/>
              <a:t>Haga clic para modificar el estilo de título del patrón</a:t>
            </a:r>
          </a:p>
        </p:txBody>
      </p:sp>
      <p:sp>
        <p:nvSpPr>
          <p:cNvPr id="12" name="Marcador de posición de imagen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0"/>
            <a:ext cx="7620000" cy="6858001"/>
          </a:xfrm>
          <a:blipFill>
            <a:blip r:embed="rId2">
              <a:alphaModFix amt="60000"/>
            </a:blip>
            <a:stretch>
              <a:fillRect/>
            </a:stretch>
          </a:blipFill>
        </p:spPr>
        <p:txBody>
          <a:bodyPr rtlCol="0"/>
          <a:lstStyle>
            <a:lvl1pPr>
              <a:defRPr/>
            </a:lvl1pPr>
          </a:lstStyle>
          <a:p>
            <a:pPr rtl="0"/>
            <a:r>
              <a:rPr lang="es"/>
              <a:t>   </a:t>
            </a:r>
          </a:p>
        </p:txBody>
      </p:sp>
      <p:sp>
        <p:nvSpPr>
          <p:cNvPr id="4" name="Marcador de fecha 3">
            <a:extLst>
              <a:ext uri="{FF2B5EF4-FFF2-40B4-BE49-F238E27FC236}">
                <a16:creationId xmlns:a16="http://schemas.microsoft.com/office/drawing/2014/main" id="{1762B38A-33A6-F8AC-C9B9-FA400D29071B}"/>
              </a:ext>
            </a:extLst>
          </p:cNvPr>
          <p:cNvSpPr>
            <a:spLocks noGrp="1"/>
          </p:cNvSpPr>
          <p:nvPr>
            <p:ph type="dt" sz="half" idx="16"/>
          </p:nvPr>
        </p:nvSpPr>
        <p:spPr>
          <a:xfrm>
            <a:off x="381000" y="210114"/>
            <a:ext cx="1413537" cy="365760"/>
          </a:xfrm>
        </p:spPr>
        <p:txBody>
          <a:bodyPr rtlCol="0"/>
          <a:lstStyle/>
          <a:p>
            <a:pPr rtl="0"/>
            <a:r>
              <a:rPr lang="es-EC"/>
              <a:t>24/11/2025</a:t>
            </a:r>
            <a:endParaRPr lang="en-US"/>
          </a:p>
        </p:txBody>
      </p:sp>
      <p:sp>
        <p:nvSpPr>
          <p:cNvPr id="11" name="Marcador de pie de página 10">
            <a:extLst>
              <a:ext uri="{FF2B5EF4-FFF2-40B4-BE49-F238E27FC236}">
                <a16:creationId xmlns:a16="http://schemas.microsoft.com/office/drawing/2014/main" id="{6F5CC625-CD4F-F9C5-5E5D-05B78AE7CEE1}"/>
              </a:ext>
            </a:extLst>
          </p:cNvPr>
          <p:cNvSpPr>
            <a:spLocks noGrp="1"/>
          </p:cNvSpPr>
          <p:nvPr>
            <p:ph type="ftr" sz="quarter" idx="17"/>
          </p:nvPr>
        </p:nvSpPr>
        <p:spPr>
          <a:xfrm>
            <a:off x="8150916" y="210114"/>
            <a:ext cx="2333520" cy="365760"/>
          </a:xfrm>
        </p:spPr>
        <p:txBody>
          <a:bodyPr rtlCol="0"/>
          <a:lstStyle/>
          <a:p>
            <a:pPr rtl="0"/>
            <a:r>
              <a:rPr lang="es-MX"/>
              <a:t>Link del proyecto: https://github.com/gusluzard/juego_snake.git</a:t>
            </a:r>
            <a:endParaRPr lang="es"/>
          </a:p>
        </p:txBody>
      </p:sp>
      <p:sp>
        <p:nvSpPr>
          <p:cNvPr id="13" name="Marcador de número de diapositiva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rtlCol="0"/>
          <a:lstStyle/>
          <a:p>
            <a:pPr rtl="0"/>
            <a:fld id="{5E0677F5-4A8A-4BF1-96BE-3BAE8FBAFE2E}" type="slidenum">
              <a:rPr lang="en-US" smtClean="0"/>
              <a:t>‹Nº›</a:t>
            </a:fld>
            <a:endParaRPr lang="en-US"/>
          </a:p>
        </p:txBody>
      </p:sp>
      <p:sp>
        <p:nvSpPr>
          <p:cNvPr id="8" name="Marcador de contenido 7">
            <a:extLst>
              <a:ext uri="{FF2B5EF4-FFF2-40B4-BE49-F238E27FC236}">
                <a16:creationId xmlns:a16="http://schemas.microsoft.com/office/drawing/2014/main" id="{6E0D00CE-C191-6DE5-9D82-7EFB59BC3739}"/>
              </a:ext>
            </a:extLst>
          </p:cNvPr>
          <p:cNvSpPr>
            <a:spLocks noGrp="1"/>
          </p:cNvSpPr>
          <p:nvPr>
            <p:ph sz="quarter" idx="14"/>
          </p:nvPr>
        </p:nvSpPr>
        <p:spPr>
          <a:xfrm>
            <a:off x="8159103" y="3103929"/>
            <a:ext cx="3239262" cy="31098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cxnSp>
        <p:nvCxnSpPr>
          <p:cNvPr id="5" name="Conector recto 4">
            <a:extLst>
              <a:ext uri="{FF2B5EF4-FFF2-40B4-BE49-F238E27FC236}">
                <a16:creationId xmlns:a16="http://schemas.microsoft.com/office/drawing/2014/main" id="{A2AF1B15-A912-4D71-3A1C-A97F524B9DE0}"/>
              </a:ext>
            </a:extLst>
          </p:cNvPr>
          <p:cNvCxnSpPr>
            <a:cxnSpLocks/>
          </p:cNvCxnSpPr>
          <p:nvPr/>
        </p:nvCxnSpPr>
        <p:spPr>
          <a:xfrm flipH="1">
            <a:off x="8237415"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68003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ido con imagen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rtlCol="0" anchor="t">
            <a:normAutofit/>
          </a:bodyPr>
          <a:lstStyle>
            <a:lvl1pPr>
              <a:defRPr sz="2800"/>
            </a:lvl1pPr>
          </a:lstStyle>
          <a:p>
            <a:pPr rtl="0"/>
            <a:r>
              <a:rPr lang="es"/>
              <a:t>Haga clic para modificar el estilo de título del patrón</a:t>
            </a:r>
          </a:p>
        </p:txBody>
      </p:sp>
      <p:sp>
        <p:nvSpPr>
          <p:cNvPr id="4" name="Marcador de posición de imagen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rtlCol="0"/>
          <a:lstStyle>
            <a:lvl1pPr>
              <a:defRPr/>
            </a:lvl1pPr>
          </a:lstStyle>
          <a:p>
            <a:pPr rtl="0"/>
            <a:r>
              <a:rPr lang="es"/>
              <a:t>   </a:t>
            </a:r>
          </a:p>
        </p:txBody>
      </p:sp>
      <p:sp>
        <p:nvSpPr>
          <p:cNvPr id="8" name="Marcador de contenido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rtlCol="0">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rtlCol="0"/>
          <a:lstStyle/>
          <a:p>
            <a:pPr rtl="0"/>
            <a:r>
              <a:rPr lang="es-EC"/>
              <a:t>24/11/2025</a:t>
            </a:r>
            <a:endParaRPr lang="en-US"/>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rtlCol="0"/>
          <a:lstStyle/>
          <a:p>
            <a:pPr rtl="0"/>
            <a:r>
              <a:rPr lang="es-MX"/>
              <a:t>Link del proyecto: https://github.com/gusluzard/juego_snake.git</a:t>
            </a:r>
            <a:endParaRPr lang="es"/>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rtlCol="0"/>
          <a:lstStyle/>
          <a:p>
            <a:pPr rtl="0"/>
            <a:fld id="{5E0677F5-4A8A-4BF1-96BE-3BAE8FBAFE2E}" type="slidenum">
              <a:rPr lang="en-US" smtClean="0"/>
              <a:t>‹Nº›</a:t>
            </a:fld>
            <a:endParaRPr lang="en-US"/>
          </a:p>
        </p:txBody>
      </p:sp>
      <p:cxnSp>
        <p:nvCxnSpPr>
          <p:cNvPr id="9" name="Conector recto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88655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ido con imagen 4">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rtlCol="0" anchor="b"/>
          <a:lstStyle/>
          <a:p>
            <a:pPr rtl="0"/>
            <a:r>
              <a:rPr lang="es"/>
              <a:t>Haga clic para modificar el estilo de título del patrón</a:t>
            </a:r>
          </a:p>
        </p:txBody>
      </p:sp>
      <p:sp>
        <p:nvSpPr>
          <p:cNvPr id="12" name="Marcador de posición de imagen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1"/>
            <a:ext cx="6959600" cy="6858000"/>
          </a:xfrm>
          <a:blipFill>
            <a:blip r:embed="rId2">
              <a:alphaModFix amt="60000"/>
            </a:blip>
            <a:stretch>
              <a:fillRect/>
            </a:stretch>
          </a:blipFill>
        </p:spPr>
        <p:txBody>
          <a:bodyPr rtlCol="0"/>
          <a:lstStyle>
            <a:lvl1pPr>
              <a:defRPr/>
            </a:lvl1pPr>
          </a:lstStyle>
          <a:p>
            <a:pPr rtl="0"/>
            <a:r>
              <a:rPr lang="es"/>
              <a:t>   </a:t>
            </a:r>
          </a:p>
        </p:txBody>
      </p:sp>
      <p:sp>
        <p:nvSpPr>
          <p:cNvPr id="4" name="Marcador de fecha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rtlCol="0"/>
          <a:lstStyle/>
          <a:p>
            <a:pPr rtl="0"/>
            <a:r>
              <a:rPr lang="es-EC"/>
              <a:t>24/11/2025</a:t>
            </a:r>
            <a:endParaRPr lang="en-US"/>
          </a:p>
        </p:txBody>
      </p:sp>
      <p:sp>
        <p:nvSpPr>
          <p:cNvPr id="11" name="Marcador de pie de página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rtlCol="0"/>
          <a:lstStyle/>
          <a:p>
            <a:pPr rtl="0"/>
            <a:r>
              <a:rPr lang="es-MX"/>
              <a:t>Link del proyecto: https://github.com/gusluzard/juego_snake.git</a:t>
            </a:r>
            <a:endParaRPr lang="es"/>
          </a:p>
        </p:txBody>
      </p:sp>
      <p:sp>
        <p:nvSpPr>
          <p:cNvPr id="13" name="Marcador de número de diapositiva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rtlCol="0"/>
          <a:lstStyle/>
          <a:p>
            <a:pPr rtl="0"/>
            <a:fld id="{5E0677F5-4A8A-4BF1-96BE-3BAE8FBAFE2E}" type="slidenum">
              <a:rPr lang="en-US" smtClean="0"/>
              <a:t>‹Nº›</a:t>
            </a:fld>
            <a:endParaRPr lang="en-US"/>
          </a:p>
        </p:txBody>
      </p:sp>
      <p:sp>
        <p:nvSpPr>
          <p:cNvPr id="8" name="Marcador de contenido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cxnSp>
        <p:nvCxnSpPr>
          <p:cNvPr id="5" name="Conector recto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ángulo 5">
            <a:extLst>
              <a:ext uri="{FF2B5EF4-FFF2-40B4-BE49-F238E27FC236}">
                <a16:creationId xmlns:a16="http://schemas.microsoft.com/office/drawing/2014/main" id="{3ED0235B-B98B-7313-28E9-8E643CDFF4A6}"/>
              </a:ext>
            </a:extLst>
          </p:cNvPr>
          <p:cNvSpPr/>
          <p:nvPr userDrawn="1"/>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9691089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ido con imagen 5">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9D0E9D96-CB28-0F2C-BBB9-CE51B3EEBF53}"/>
              </a:ext>
            </a:extLst>
          </p:cNvPr>
          <p:cNvSpPr/>
          <p:nvPr/>
        </p:nvSpPr>
        <p:spPr>
          <a:xfrm>
            <a:off x="0"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1" y="955810"/>
            <a:ext cx="4114799" cy="1244051"/>
          </a:xfrm>
        </p:spPr>
        <p:txBody>
          <a:bodyPr rtlCol="0" anchor="b"/>
          <a:lstStyle/>
          <a:p>
            <a:pPr rtl="0"/>
            <a:r>
              <a:rPr lang="es"/>
              <a:t>Haga clic para modificar el estilo de título del patrón</a:t>
            </a:r>
          </a:p>
        </p:txBody>
      </p:sp>
      <p:sp>
        <p:nvSpPr>
          <p:cNvPr id="4" name="Marcador de fecha 3">
            <a:extLst>
              <a:ext uri="{FF2B5EF4-FFF2-40B4-BE49-F238E27FC236}">
                <a16:creationId xmlns:a16="http://schemas.microsoft.com/office/drawing/2014/main" id="{1762B38A-33A6-F8AC-C9B9-FA400D29071B}"/>
              </a:ext>
            </a:extLst>
          </p:cNvPr>
          <p:cNvSpPr>
            <a:spLocks noGrp="1"/>
          </p:cNvSpPr>
          <p:nvPr>
            <p:ph type="dt" sz="half" idx="16"/>
          </p:nvPr>
        </p:nvSpPr>
        <p:spPr>
          <a:xfrm>
            <a:off x="301752" y="210114"/>
            <a:ext cx="1485900" cy="365760"/>
          </a:xfrm>
        </p:spPr>
        <p:txBody>
          <a:bodyPr rtlCol="0"/>
          <a:lstStyle/>
          <a:p>
            <a:pPr rtl="0"/>
            <a:r>
              <a:rPr lang="es-EC"/>
              <a:t>24/11/2025</a:t>
            </a:r>
            <a:endParaRPr lang="en-US"/>
          </a:p>
        </p:txBody>
      </p:sp>
      <p:sp>
        <p:nvSpPr>
          <p:cNvPr id="11" name="Marcador de pie de página 10">
            <a:extLst>
              <a:ext uri="{FF2B5EF4-FFF2-40B4-BE49-F238E27FC236}">
                <a16:creationId xmlns:a16="http://schemas.microsoft.com/office/drawing/2014/main" id="{6F5CC625-CD4F-F9C5-5E5D-05B78AE7CEE1}"/>
              </a:ext>
            </a:extLst>
          </p:cNvPr>
          <p:cNvSpPr>
            <a:spLocks noGrp="1"/>
          </p:cNvSpPr>
          <p:nvPr>
            <p:ph type="ftr" sz="quarter" idx="17"/>
          </p:nvPr>
        </p:nvSpPr>
        <p:spPr>
          <a:xfrm>
            <a:off x="2268722" y="210114"/>
            <a:ext cx="1860464" cy="365760"/>
          </a:xfrm>
        </p:spPr>
        <p:txBody>
          <a:bodyPr rtlCol="0"/>
          <a:lstStyle/>
          <a:p>
            <a:pPr rtl="0"/>
            <a:r>
              <a:rPr lang="es-MX"/>
              <a:t>Link del proyecto: https://github.com/gusluzard/juego_snake.git</a:t>
            </a:r>
            <a:endParaRPr lang="es"/>
          </a:p>
        </p:txBody>
      </p:sp>
      <p:sp>
        <p:nvSpPr>
          <p:cNvPr id="13" name="Marcador de número de diapositiva 12">
            <a:extLst>
              <a:ext uri="{FF2B5EF4-FFF2-40B4-BE49-F238E27FC236}">
                <a16:creationId xmlns:a16="http://schemas.microsoft.com/office/drawing/2014/main" id="{E5B1B358-15B5-2BEF-0B1B-0BC9F05FFA1A}"/>
              </a:ext>
            </a:extLst>
          </p:cNvPr>
          <p:cNvSpPr>
            <a:spLocks noGrp="1"/>
          </p:cNvSpPr>
          <p:nvPr>
            <p:ph type="sldNum" sz="quarter" idx="18"/>
          </p:nvPr>
        </p:nvSpPr>
        <p:spPr>
          <a:xfrm>
            <a:off x="4192949" y="210114"/>
            <a:ext cx="605475" cy="365760"/>
          </a:xfrm>
        </p:spPr>
        <p:txBody>
          <a:bodyPr rtlCol="0"/>
          <a:lstStyle/>
          <a:p>
            <a:pPr rtl="0"/>
            <a:fld id="{5E0677F5-4A8A-4BF1-96BE-3BAE8FBAFE2E}" type="slidenum">
              <a:rPr lang="en-US" smtClean="0"/>
              <a:t>‹Nº›</a:t>
            </a:fld>
            <a:endParaRPr lang="en-US"/>
          </a:p>
        </p:txBody>
      </p:sp>
      <p:sp>
        <p:nvSpPr>
          <p:cNvPr id="8" name="Marcador de contenido 7">
            <a:extLst>
              <a:ext uri="{FF2B5EF4-FFF2-40B4-BE49-F238E27FC236}">
                <a16:creationId xmlns:a16="http://schemas.microsoft.com/office/drawing/2014/main" id="{6E0D00CE-C191-6DE5-9D82-7EFB59BC3739}"/>
              </a:ext>
            </a:extLst>
          </p:cNvPr>
          <p:cNvSpPr>
            <a:spLocks noGrp="1"/>
          </p:cNvSpPr>
          <p:nvPr>
            <p:ph sz="quarter" idx="14"/>
          </p:nvPr>
        </p:nvSpPr>
        <p:spPr>
          <a:xfrm>
            <a:off x="301752" y="2788920"/>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12" name="Marcador de posición de imagen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5232400" y="1"/>
            <a:ext cx="6959600" cy="6858000"/>
          </a:xfrm>
          <a:blipFill>
            <a:blip r:embed="rId2">
              <a:alphaModFix amt="60000"/>
            </a:blip>
            <a:stretch>
              <a:fillRect/>
            </a:stretch>
          </a:blipFill>
        </p:spPr>
        <p:txBody>
          <a:bodyPr rtlCol="0"/>
          <a:lstStyle>
            <a:lvl1pPr>
              <a:defRPr/>
            </a:lvl1pPr>
          </a:lstStyle>
          <a:p>
            <a:pPr rtl="0"/>
            <a:r>
              <a:rPr lang="es"/>
              <a:t>   </a:t>
            </a:r>
          </a:p>
        </p:txBody>
      </p:sp>
      <p:cxnSp>
        <p:nvCxnSpPr>
          <p:cNvPr id="5" name="Conector recto 4">
            <a:extLst>
              <a:ext uri="{FF2B5EF4-FFF2-40B4-BE49-F238E27FC236}">
                <a16:creationId xmlns:a16="http://schemas.microsoft.com/office/drawing/2014/main" id="{F5904EB0-09B1-E4AD-6BEA-66B82835A61F}"/>
              </a:ext>
            </a:extLst>
          </p:cNvPr>
          <p:cNvCxnSpPr>
            <a:cxnSpLocks/>
          </p:cNvCxnSpPr>
          <p:nvPr/>
        </p:nvCxnSpPr>
        <p:spPr>
          <a:xfrm flipH="1">
            <a:off x="395444"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ángulo 5">
            <a:extLst>
              <a:ext uri="{FF2B5EF4-FFF2-40B4-BE49-F238E27FC236}">
                <a16:creationId xmlns:a16="http://schemas.microsoft.com/office/drawing/2014/main" id="{DB01857F-DF9F-2A98-2C2B-889C9BE29432}"/>
              </a:ext>
            </a:extLst>
          </p:cNvPr>
          <p:cNvSpPr/>
          <p:nvPr userDrawn="1"/>
        </p:nvSpPr>
        <p:spPr>
          <a:xfrm>
            <a:off x="0"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1519134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ido con imagen 6">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rtlCol="0" anchor="t">
            <a:normAutofit/>
          </a:bodyPr>
          <a:lstStyle>
            <a:lvl1pPr>
              <a:defRPr sz="2800"/>
            </a:lvl1pPr>
          </a:lstStyle>
          <a:p>
            <a:pPr rtl="0"/>
            <a:r>
              <a:rPr lang="es"/>
              <a:t>Haga clic para modificar el estilo de título del patrón</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s-EC"/>
              <a:t>24/11/2025</a:t>
            </a:r>
            <a:endParaRPr lang="en-US"/>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rtlCol="0"/>
          <a:lstStyle/>
          <a:p>
            <a:pPr rtl="0"/>
            <a:r>
              <a:rPr lang="es-MX"/>
              <a:t>Link del proyecto: https://github.com/gusluzard/juego_snake.git</a:t>
            </a:r>
            <a:endParaRPr lang="es"/>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5E0677F5-4A8A-4BF1-96BE-3BAE8FBAFE2E}" type="slidenum">
              <a:rPr lang="en-US" smtClean="0"/>
              <a:t>‹Nº›</a:t>
            </a:fld>
            <a:endParaRPr lang="en-US"/>
          </a:p>
        </p:txBody>
      </p:sp>
      <p:sp>
        <p:nvSpPr>
          <p:cNvPr id="8" name="Marcador de contenido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rtlCol="0">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posición de imagen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rtlCol="0"/>
          <a:lstStyle>
            <a:lvl1pPr>
              <a:defRPr/>
            </a:lvl1pPr>
          </a:lstStyle>
          <a:p>
            <a:pPr rtl="0"/>
            <a:r>
              <a:rPr lang="es"/>
              <a:t>   </a:t>
            </a:r>
          </a:p>
        </p:txBody>
      </p:sp>
    </p:spTree>
    <p:extLst>
      <p:ext uri="{BB962C8B-B14F-4D97-AF65-F5344CB8AC3E}">
        <p14:creationId xmlns:p14="http://schemas.microsoft.com/office/powerpoint/2010/main" val="36615521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ido con imagen 7">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3383280"/>
            <a:ext cx="3410958" cy="1532976"/>
          </a:xfrm>
        </p:spPr>
        <p:txBody>
          <a:bodyPr rtlCol="0" anchor="t">
            <a:normAutofit/>
          </a:bodyPr>
          <a:lstStyle>
            <a:lvl1pPr>
              <a:defRPr sz="2800"/>
            </a:lvl1pPr>
          </a:lstStyle>
          <a:p>
            <a:pPr rtl="0"/>
            <a:r>
              <a:rPr lang="es"/>
              <a:t>Haga clic para modificar el estilo de título del patrón</a:t>
            </a:r>
          </a:p>
        </p:txBody>
      </p:sp>
      <p:sp>
        <p:nvSpPr>
          <p:cNvPr id="4" name="Marcador de posición de imagen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1"/>
            <a:ext cx="12192000" cy="3017520"/>
          </a:xfrm>
          <a:blipFill dpi="0" rotWithShape="1">
            <a:blip r:embed="rId2">
              <a:alphaModFix amt="60000"/>
            </a:blip>
            <a:srcRect/>
            <a:stretch>
              <a:fillRect b="-29122"/>
            </a:stretch>
          </a:blipFill>
        </p:spPr>
        <p:txBody>
          <a:bodyPr rtlCol="0"/>
          <a:lstStyle>
            <a:lvl1pPr>
              <a:defRPr/>
            </a:lvl1pPr>
          </a:lstStyle>
          <a:p>
            <a:pPr rtl="0"/>
            <a:r>
              <a:rPr lang="es"/>
              <a:t>   </a:t>
            </a:r>
          </a:p>
        </p:txBody>
      </p:sp>
      <p:sp>
        <p:nvSpPr>
          <p:cNvPr id="8" name="Marcador de contenido 7">
            <a:extLst>
              <a:ext uri="{FF2B5EF4-FFF2-40B4-BE49-F238E27FC236}">
                <a16:creationId xmlns:a16="http://schemas.microsoft.com/office/drawing/2014/main" id="{C3D15418-1E32-0501-0E66-54FC2DD08E39}"/>
              </a:ext>
            </a:extLst>
          </p:cNvPr>
          <p:cNvSpPr>
            <a:spLocks noGrp="1"/>
          </p:cNvSpPr>
          <p:nvPr>
            <p:ph sz="quarter" idx="14"/>
          </p:nvPr>
        </p:nvSpPr>
        <p:spPr>
          <a:xfrm>
            <a:off x="4480560" y="3383280"/>
            <a:ext cx="7010399" cy="2377440"/>
          </a:xfrm>
        </p:spPr>
        <p:txBody>
          <a:bodyPr rtlCol="0">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rtlCol="0"/>
          <a:lstStyle/>
          <a:p>
            <a:pPr rtl="0"/>
            <a:r>
              <a:rPr lang="es-EC"/>
              <a:t>24/11/2025</a:t>
            </a:r>
            <a:endParaRPr lang="en-US"/>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rtlCol="0"/>
          <a:lstStyle/>
          <a:p>
            <a:pPr rtl="0"/>
            <a:r>
              <a:rPr lang="es-MX"/>
              <a:t>Link del proyecto: https://github.com/gusluzard/juego_snake.git</a:t>
            </a:r>
            <a:endParaRPr lang="es"/>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rtlCol="0"/>
          <a:lstStyle/>
          <a:p>
            <a:pPr rtl="0"/>
            <a:fld id="{5E0677F5-4A8A-4BF1-96BE-3BAE8FBAFE2E}" type="slidenum">
              <a:rPr lang="en-US" smtClean="0"/>
              <a:t>‹Nº›</a:t>
            </a:fld>
            <a:endParaRPr lang="en-US"/>
          </a:p>
        </p:txBody>
      </p:sp>
      <p:cxnSp>
        <p:nvCxnSpPr>
          <p:cNvPr id="9" name="Conector recto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78029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ido con imagen 8">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rtlCol="0" anchor="t"/>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FB8772B0-B493-B608-E389-35329DEF2016}"/>
              </a:ext>
            </a:extLst>
          </p:cNvPr>
          <p:cNvSpPr>
            <a:spLocks noGrp="1"/>
          </p:cNvSpPr>
          <p:nvPr>
            <p:ph type="dt" sz="half" idx="16"/>
          </p:nvPr>
        </p:nvSpPr>
        <p:spPr/>
        <p:txBody>
          <a:bodyPr rtlCol="0"/>
          <a:lstStyle/>
          <a:p>
            <a:pPr rtl="0"/>
            <a:r>
              <a:rPr lang="es-EC"/>
              <a:t>24/11/2025</a:t>
            </a:r>
            <a:endParaRPr lang="en-US"/>
          </a:p>
        </p:txBody>
      </p:sp>
      <p:sp>
        <p:nvSpPr>
          <p:cNvPr id="12" name="Marcador de pie de página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rtlCol="0"/>
          <a:lstStyle/>
          <a:p>
            <a:pPr rtl="0"/>
            <a:r>
              <a:rPr lang="es-MX"/>
              <a:t>Link del proyecto: https://github.com/gusluzard/juego_snake.git</a:t>
            </a:r>
            <a:endParaRPr lang="es"/>
          </a:p>
        </p:txBody>
      </p:sp>
      <p:sp>
        <p:nvSpPr>
          <p:cNvPr id="13" name="Marcador de número de diapositiva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rtlCol="0"/>
          <a:lstStyle/>
          <a:p>
            <a:pPr rtl="0"/>
            <a:fld id="{5E0677F5-4A8A-4BF1-96BE-3BAE8FBAFE2E}" type="slidenum">
              <a:rPr lang="en-US" smtClean="0"/>
              <a:t>‹Nº›</a:t>
            </a:fld>
            <a:endParaRPr lang="en-US"/>
          </a:p>
        </p:txBody>
      </p:sp>
      <p:sp>
        <p:nvSpPr>
          <p:cNvPr id="8" name="Marcador de contenido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posición de imagen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731045" y="0"/>
            <a:ext cx="3460955" cy="6866879"/>
          </a:xfrm>
          <a:blipFill>
            <a:blip r:embed="rId2">
              <a:alphaModFix amt="60000"/>
            </a:blip>
            <a:stretch>
              <a:fillRect/>
            </a:stretch>
          </a:blipFill>
        </p:spPr>
        <p:txBody>
          <a:bodyPr rtlCol="0"/>
          <a:lstStyle>
            <a:lvl1pPr>
              <a:defRPr/>
            </a:lvl1pPr>
          </a:lstStyle>
          <a:p>
            <a:pPr rtl="0"/>
            <a:r>
              <a:rPr lang="es"/>
              <a:t>   </a:t>
            </a:r>
          </a:p>
        </p:txBody>
      </p:sp>
      <p:sp>
        <p:nvSpPr>
          <p:cNvPr id="5" name="Rectángulo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6" name="Rectángulo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cxnSp>
        <p:nvCxnSpPr>
          <p:cNvPr id="7" name="Conector recto 6">
            <a:extLst>
              <a:ext uri="{FF2B5EF4-FFF2-40B4-BE49-F238E27FC236}">
                <a16:creationId xmlns:a16="http://schemas.microsoft.com/office/drawing/2014/main" id="{B80496BC-B679-515B-9928-2CC91AD7A8A2}"/>
              </a:ext>
            </a:extLst>
          </p:cNvPr>
          <p:cNvCxnSpPr>
            <a:cxnSpLocks/>
          </p:cNvCxnSpPr>
          <p:nvPr userDrawn="1"/>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38947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ido con imagen 9">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rtlCol="0" anchor="b"/>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rtlCol="0"/>
          <a:lstStyle/>
          <a:p>
            <a:pPr rtl="0"/>
            <a:r>
              <a:rPr lang="es-EC"/>
              <a:t>24/11/2025</a:t>
            </a:r>
            <a:endParaRPr lang="en-US"/>
          </a:p>
        </p:txBody>
      </p:sp>
      <p:sp>
        <p:nvSpPr>
          <p:cNvPr id="4" name="Marcador de pie de página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rtlCol="0"/>
          <a:lstStyle/>
          <a:p>
            <a:pPr rtl="0"/>
            <a:r>
              <a:rPr lang="es-MX"/>
              <a:t>Link del proyecto: https://github.com/gusluzard/juego_snake.git</a:t>
            </a:r>
            <a:endParaRPr lang="es"/>
          </a:p>
        </p:txBody>
      </p:sp>
      <p:sp>
        <p:nvSpPr>
          <p:cNvPr id="9" name="Marcador de número de diapositiva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rtlCol="0"/>
          <a:lstStyle/>
          <a:p>
            <a:pPr rtl="0"/>
            <a:fld id="{5E0677F5-4A8A-4BF1-96BE-3BAE8FBAFE2E}" type="slidenum">
              <a:rPr lang="en-US" smtClean="0"/>
              <a:t>‹Nº›</a:t>
            </a:fld>
            <a:endParaRPr lang="en-US"/>
          </a:p>
        </p:txBody>
      </p:sp>
      <p:sp>
        <p:nvSpPr>
          <p:cNvPr id="8" name="Marcador de contenido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10" name="Marcador de posición de imagen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7620000" y="0"/>
            <a:ext cx="4572000" cy="6858000"/>
          </a:xfrm>
          <a:blipFill>
            <a:blip r:embed="rId2">
              <a:alphaModFix amt="60000"/>
            </a:blip>
            <a:stretch>
              <a:fillRect/>
            </a:stretch>
          </a:blipFill>
        </p:spPr>
        <p:txBody>
          <a:bodyPr rtlCol="0"/>
          <a:lstStyle>
            <a:lvl1pPr>
              <a:defRPr/>
            </a:lvl1pPr>
          </a:lstStyle>
          <a:p>
            <a:pPr rtl="0"/>
            <a:r>
              <a:rPr lang="es"/>
              <a:t>    </a:t>
            </a:r>
          </a:p>
        </p:txBody>
      </p:sp>
      <p:sp>
        <p:nvSpPr>
          <p:cNvPr id="6" name="Rectángulo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Rectángulo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cxnSp>
        <p:nvCxnSpPr>
          <p:cNvPr id="11" name="Conector recto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44331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ido con imagen 10">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46341" y="1005840"/>
            <a:ext cx="5098676" cy="885847"/>
          </a:xfrm>
        </p:spPr>
        <p:txBody>
          <a:bodyPr rtlCol="0" anchor="b"/>
          <a:lstStyle/>
          <a:p>
            <a:pPr rtl="0"/>
            <a:r>
              <a:rPr lang="es"/>
              <a:t>Haga clic para modificar el estilo de título del patrón</a:t>
            </a:r>
          </a:p>
        </p:txBody>
      </p:sp>
      <p:sp>
        <p:nvSpPr>
          <p:cNvPr id="11" name="Marcador de posición de imagen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1" y="0"/>
            <a:ext cx="5627801" cy="6858001"/>
          </a:xfrm>
          <a:blipFill>
            <a:blip r:embed="rId2">
              <a:alphaModFix amt="60000"/>
            </a:blip>
            <a:stretch>
              <a:fillRect/>
            </a:stretch>
          </a:blipFill>
        </p:spPr>
        <p:txBody>
          <a:bodyPr rtlCol="0"/>
          <a:lstStyle>
            <a:lvl1pPr>
              <a:defRPr/>
            </a:lvl1pPr>
          </a:lstStyle>
          <a:p>
            <a:pPr rtl="0"/>
            <a:r>
              <a:rPr lang="es"/>
              <a:t>   </a:t>
            </a:r>
          </a:p>
        </p:txBody>
      </p:sp>
      <p:sp>
        <p:nvSpPr>
          <p:cNvPr id="3" name="Marcador de fecha 2">
            <a:extLst>
              <a:ext uri="{FF2B5EF4-FFF2-40B4-BE49-F238E27FC236}">
                <a16:creationId xmlns:a16="http://schemas.microsoft.com/office/drawing/2014/main" id="{8C8F33F2-F4BB-B275-F273-C808EF0E4C3F}"/>
              </a:ext>
            </a:extLst>
          </p:cNvPr>
          <p:cNvSpPr>
            <a:spLocks noGrp="1"/>
          </p:cNvSpPr>
          <p:nvPr>
            <p:ph type="dt" sz="half" idx="16"/>
          </p:nvPr>
        </p:nvSpPr>
        <p:spPr/>
        <p:txBody>
          <a:bodyPr rtlCol="0"/>
          <a:lstStyle/>
          <a:p>
            <a:pPr rtl="0"/>
            <a:r>
              <a:rPr lang="es-EC"/>
              <a:t>24/11/2025</a:t>
            </a:r>
            <a:endParaRPr lang="en-US"/>
          </a:p>
        </p:txBody>
      </p:sp>
      <p:sp>
        <p:nvSpPr>
          <p:cNvPr id="7" name="Marcador de pie de página 6">
            <a:extLst>
              <a:ext uri="{FF2B5EF4-FFF2-40B4-BE49-F238E27FC236}">
                <a16:creationId xmlns:a16="http://schemas.microsoft.com/office/drawing/2014/main" id="{13F4D515-6DB5-140D-B839-CB332F27BDD7}"/>
              </a:ext>
            </a:extLst>
          </p:cNvPr>
          <p:cNvSpPr>
            <a:spLocks noGrp="1"/>
          </p:cNvSpPr>
          <p:nvPr>
            <p:ph type="ftr" sz="quarter" idx="17"/>
          </p:nvPr>
        </p:nvSpPr>
        <p:spPr>
          <a:xfrm>
            <a:off x="6146341" y="210114"/>
            <a:ext cx="2509284" cy="365760"/>
          </a:xfrm>
        </p:spPr>
        <p:txBody>
          <a:bodyPr rtlCol="0"/>
          <a:lstStyle/>
          <a:p>
            <a:pPr rtl="0"/>
            <a:r>
              <a:rPr lang="es-MX"/>
              <a:t>Link del proyecto: https://github.com/gusluzard/juego_snake.git</a:t>
            </a:r>
            <a:endParaRPr lang="es"/>
          </a:p>
        </p:txBody>
      </p:sp>
      <p:sp>
        <p:nvSpPr>
          <p:cNvPr id="9" name="Marcador de número de diapositiva 8">
            <a:extLst>
              <a:ext uri="{FF2B5EF4-FFF2-40B4-BE49-F238E27FC236}">
                <a16:creationId xmlns:a16="http://schemas.microsoft.com/office/drawing/2014/main" id="{6C24E981-2AEE-AD42-76FB-6003D79DAE8C}"/>
              </a:ext>
            </a:extLst>
          </p:cNvPr>
          <p:cNvSpPr>
            <a:spLocks noGrp="1"/>
          </p:cNvSpPr>
          <p:nvPr>
            <p:ph type="sldNum" sz="quarter" idx="18"/>
          </p:nvPr>
        </p:nvSpPr>
        <p:spPr/>
        <p:txBody>
          <a:bodyPr rtlCol="0"/>
          <a:lstStyle/>
          <a:p>
            <a:pPr rtl="0"/>
            <a:fld id="{5E0677F5-4A8A-4BF1-96BE-3BAE8FBAFE2E}" type="slidenum">
              <a:rPr lang="en-US" smtClean="0"/>
              <a:pPr rtl="0"/>
              <a:t>‹Nº›</a:t>
            </a:fld>
            <a:endParaRPr lang="en-US"/>
          </a:p>
        </p:txBody>
      </p:sp>
      <p:sp>
        <p:nvSpPr>
          <p:cNvPr id="8" name="Marcador de contenido 7">
            <a:extLst>
              <a:ext uri="{FF2B5EF4-FFF2-40B4-BE49-F238E27FC236}">
                <a16:creationId xmlns:a16="http://schemas.microsoft.com/office/drawing/2014/main" id="{818B74D6-CD72-B859-C229-60DB988B25E3}"/>
              </a:ext>
            </a:extLst>
          </p:cNvPr>
          <p:cNvSpPr>
            <a:spLocks noGrp="1"/>
          </p:cNvSpPr>
          <p:nvPr>
            <p:ph sz="quarter" idx="14"/>
          </p:nvPr>
        </p:nvSpPr>
        <p:spPr>
          <a:xfrm>
            <a:off x="6155767" y="2047285"/>
            <a:ext cx="5098675" cy="4048715"/>
          </a:xfrm>
        </p:spPr>
        <p:txBody>
          <a:bodyPr rIns="457200"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cxnSp>
        <p:nvCxnSpPr>
          <p:cNvPr id="5" name="Conector recto 4">
            <a:extLst>
              <a:ext uri="{FF2B5EF4-FFF2-40B4-BE49-F238E27FC236}">
                <a16:creationId xmlns:a16="http://schemas.microsoft.com/office/drawing/2014/main" id="{969FB954-0266-229D-9FE8-7EEDE4102171}"/>
              </a:ext>
            </a:extLst>
          </p:cNvPr>
          <p:cNvCxnSpPr>
            <a:cxnSpLocks/>
          </p:cNvCxnSpPr>
          <p:nvPr/>
        </p:nvCxnSpPr>
        <p:spPr>
          <a:xfrm flipH="1">
            <a:off x="6247224" y="751313"/>
            <a:ext cx="555006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08637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ido con imagen 11">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1014984"/>
            <a:ext cx="2820593" cy="2018221"/>
          </a:xfrm>
        </p:spPr>
        <p:txBody>
          <a:bodyPr rtlCol="0" anchor="t"/>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FB8772B0-B493-B608-E389-35329DEF2016}"/>
              </a:ext>
            </a:extLst>
          </p:cNvPr>
          <p:cNvSpPr>
            <a:spLocks noGrp="1"/>
          </p:cNvSpPr>
          <p:nvPr>
            <p:ph type="dt" sz="half" idx="16"/>
          </p:nvPr>
        </p:nvSpPr>
        <p:spPr/>
        <p:txBody>
          <a:bodyPr rtlCol="0"/>
          <a:lstStyle/>
          <a:p>
            <a:pPr rtl="0"/>
            <a:r>
              <a:rPr lang="es-EC"/>
              <a:t>24/11/2025</a:t>
            </a:r>
            <a:endParaRPr lang="en-US"/>
          </a:p>
        </p:txBody>
      </p:sp>
      <p:sp>
        <p:nvSpPr>
          <p:cNvPr id="12" name="Marcador de pie de página 11">
            <a:extLst>
              <a:ext uri="{FF2B5EF4-FFF2-40B4-BE49-F238E27FC236}">
                <a16:creationId xmlns:a16="http://schemas.microsoft.com/office/drawing/2014/main" id="{0BFB2EA8-AADE-E8CD-890F-EA9F9968B253}"/>
              </a:ext>
            </a:extLst>
          </p:cNvPr>
          <p:cNvSpPr>
            <a:spLocks noGrp="1"/>
          </p:cNvSpPr>
          <p:nvPr>
            <p:ph type="ftr" sz="quarter" idx="17"/>
          </p:nvPr>
        </p:nvSpPr>
        <p:spPr>
          <a:xfrm>
            <a:off x="3668134" y="210114"/>
            <a:ext cx="3302000" cy="365760"/>
          </a:xfrm>
        </p:spPr>
        <p:txBody>
          <a:bodyPr rtlCol="0"/>
          <a:lstStyle/>
          <a:p>
            <a:pPr rtl="0"/>
            <a:r>
              <a:rPr lang="es-MX"/>
              <a:t>Link del proyecto: https://github.com/gusluzard/juego_snake.git</a:t>
            </a:r>
            <a:endParaRPr lang="es"/>
          </a:p>
        </p:txBody>
      </p:sp>
      <p:sp>
        <p:nvSpPr>
          <p:cNvPr id="13" name="Marcador de número de diapositiva 12">
            <a:extLst>
              <a:ext uri="{FF2B5EF4-FFF2-40B4-BE49-F238E27FC236}">
                <a16:creationId xmlns:a16="http://schemas.microsoft.com/office/drawing/2014/main" id="{D854D38F-A697-A216-CCCB-0C1A9DCBD2FC}"/>
              </a:ext>
            </a:extLst>
          </p:cNvPr>
          <p:cNvSpPr>
            <a:spLocks noGrp="1"/>
          </p:cNvSpPr>
          <p:nvPr>
            <p:ph type="sldNum" sz="quarter" idx="18"/>
          </p:nvPr>
        </p:nvSpPr>
        <p:spPr>
          <a:xfrm>
            <a:off x="7178517" y="210114"/>
            <a:ext cx="605475" cy="365760"/>
          </a:xfrm>
        </p:spPr>
        <p:txBody>
          <a:bodyPr rtlCol="0"/>
          <a:lstStyle/>
          <a:p>
            <a:pPr rtl="0"/>
            <a:fld id="{5E0677F5-4A8A-4BF1-96BE-3BAE8FBAFE2E}" type="slidenum">
              <a:rPr lang="en-US" smtClean="0"/>
              <a:t>‹Nº›</a:t>
            </a:fld>
            <a:endParaRPr lang="en-US"/>
          </a:p>
        </p:txBody>
      </p:sp>
      <p:sp>
        <p:nvSpPr>
          <p:cNvPr id="8" name="Marcador de contenido 7">
            <a:extLst>
              <a:ext uri="{FF2B5EF4-FFF2-40B4-BE49-F238E27FC236}">
                <a16:creationId xmlns:a16="http://schemas.microsoft.com/office/drawing/2014/main" id="{8BAC3300-BF12-B200-9F06-8D5AC45CB7EF}"/>
              </a:ext>
            </a:extLst>
          </p:cNvPr>
          <p:cNvSpPr>
            <a:spLocks noGrp="1"/>
          </p:cNvSpPr>
          <p:nvPr>
            <p:ph sz="quarter" idx="14"/>
          </p:nvPr>
        </p:nvSpPr>
        <p:spPr>
          <a:xfrm>
            <a:off x="3669802" y="1014984"/>
            <a:ext cx="3951867" cy="5088504"/>
          </a:xfrm>
        </p:spPr>
        <p:txBody>
          <a:bodyPr rIns="274320"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posición de imagen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288976" y="0"/>
            <a:ext cx="3903023" cy="6857999"/>
          </a:xfrm>
          <a:blipFill>
            <a:blip r:embed="rId2">
              <a:alphaModFix amt="60000"/>
            </a:blip>
            <a:stretch>
              <a:fillRect/>
            </a:stretch>
          </a:blipFill>
        </p:spPr>
        <p:txBody>
          <a:bodyPr rtlCol="0"/>
          <a:lstStyle>
            <a:lvl1pPr>
              <a:defRPr/>
            </a:lvl1pPr>
          </a:lstStyle>
          <a:p>
            <a:pPr rtl="0"/>
            <a:r>
              <a:rPr lang="es"/>
              <a:t>   </a:t>
            </a:r>
          </a:p>
        </p:txBody>
      </p:sp>
      <p:cxnSp>
        <p:nvCxnSpPr>
          <p:cNvPr id="7" name="Conector recto 6">
            <a:extLst>
              <a:ext uri="{FF2B5EF4-FFF2-40B4-BE49-F238E27FC236}">
                <a16:creationId xmlns:a16="http://schemas.microsoft.com/office/drawing/2014/main" id="{9A521034-7090-2D31-55C9-25FDCC8BE1D5}"/>
              </a:ext>
            </a:extLst>
          </p:cNvPr>
          <p:cNvCxnSpPr>
            <a:cxnSpLocks/>
          </p:cNvCxnSpPr>
          <p:nvPr/>
        </p:nvCxnSpPr>
        <p:spPr>
          <a:xfrm flipH="1">
            <a:off x="397002" y="751313"/>
            <a:ext cx="729776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ángulo 5">
            <a:extLst>
              <a:ext uri="{FF2B5EF4-FFF2-40B4-BE49-F238E27FC236}">
                <a16:creationId xmlns:a16="http://schemas.microsoft.com/office/drawing/2014/main" id="{BEA23E8F-F4E2-0421-02A4-4F2398C907D3}"/>
              </a:ext>
            </a:extLst>
          </p:cNvPr>
          <p:cNvSpPr/>
          <p:nvPr/>
        </p:nvSpPr>
        <p:spPr>
          <a:xfrm flipH="1">
            <a:off x="0" y="3644910"/>
            <a:ext cx="1854200" cy="3213090"/>
          </a:xfrm>
          <a:prstGeom prst="rect">
            <a:avLst/>
          </a:prstGeom>
          <a:gradFill>
            <a:gsLst>
              <a:gs pos="60000">
                <a:schemeClr val="bg2">
                  <a:alpha val="0"/>
                </a:schemeClr>
              </a:gs>
              <a:gs pos="100000">
                <a:schemeClr val="accent6"/>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58182988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ido con imagen 1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rtlCol="0" anchor="t">
            <a:normAutofit/>
          </a:bodyPr>
          <a:lstStyle>
            <a:lvl1pPr>
              <a:defRPr sz="2800"/>
            </a:lvl1pPr>
          </a:lstStyle>
          <a:p>
            <a:pPr rtl="0"/>
            <a:r>
              <a:rPr lang="es"/>
              <a:t>Haga clic para modificar el estilo de título del patrón</a:t>
            </a:r>
          </a:p>
        </p:txBody>
      </p:sp>
      <p:sp>
        <p:nvSpPr>
          <p:cNvPr id="4" name="Marcador de posición de imagen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rtlCol="0"/>
          <a:lstStyle>
            <a:lvl1pPr>
              <a:defRPr/>
            </a:lvl1pPr>
          </a:lstStyle>
          <a:p>
            <a:pPr rtl="0"/>
            <a:r>
              <a:rPr lang="es"/>
              <a:t>   </a:t>
            </a:r>
          </a:p>
        </p:txBody>
      </p:sp>
      <p:sp>
        <p:nvSpPr>
          <p:cNvPr id="8" name="Marcador de contenido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rtlCol="0">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13" name="Marcador de fecha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rtlCol="0"/>
          <a:lstStyle/>
          <a:p>
            <a:pPr rtl="0"/>
            <a:r>
              <a:rPr lang="es-EC"/>
              <a:t>24/11/2025</a:t>
            </a:r>
            <a:endParaRPr lang="en-US"/>
          </a:p>
        </p:txBody>
      </p:sp>
      <p:sp>
        <p:nvSpPr>
          <p:cNvPr id="14" name="Marcador de pie de página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rtlCol="0"/>
          <a:lstStyle/>
          <a:p>
            <a:pPr rtl="0"/>
            <a:r>
              <a:rPr lang="es-MX"/>
              <a:t>Link del proyecto: https://github.com/gusluzard/juego_snake.git</a:t>
            </a:r>
            <a:endParaRPr lang="es"/>
          </a:p>
        </p:txBody>
      </p:sp>
      <p:sp>
        <p:nvSpPr>
          <p:cNvPr id="15" name="Marcador de número de diapositiva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rtlCol="0"/>
          <a:lstStyle/>
          <a:p>
            <a:pPr rtl="0"/>
            <a:fld id="{5E0677F5-4A8A-4BF1-96BE-3BAE8FBAFE2E}" type="slidenum">
              <a:rPr lang="en-US" smtClean="0"/>
              <a:t>‹Nº›</a:t>
            </a:fld>
            <a:endParaRPr lang="en-US"/>
          </a:p>
        </p:txBody>
      </p:sp>
      <p:cxnSp>
        <p:nvCxnSpPr>
          <p:cNvPr id="3" name="Conector recto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798591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ido con imagen 1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1124712"/>
            <a:ext cx="6035040" cy="1188720"/>
          </a:xfrm>
        </p:spPr>
        <p:txBody>
          <a:bodyPr rtlCol="0" anchor="t"/>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341B6B1A-D5A1-4BE6-F356-717BCDE641E2}"/>
              </a:ext>
            </a:extLst>
          </p:cNvPr>
          <p:cNvSpPr>
            <a:spLocks noGrp="1"/>
          </p:cNvSpPr>
          <p:nvPr>
            <p:ph type="dt" sz="half" idx="16"/>
          </p:nvPr>
        </p:nvSpPr>
        <p:spPr>
          <a:xfrm>
            <a:off x="301752" y="210114"/>
            <a:ext cx="1759288" cy="365760"/>
          </a:xfrm>
        </p:spPr>
        <p:txBody>
          <a:bodyPr rtlCol="0"/>
          <a:lstStyle/>
          <a:p>
            <a:pPr rtl="0"/>
            <a:r>
              <a:rPr lang="es-EC"/>
              <a:t>24/11/2025</a:t>
            </a:r>
            <a:endParaRPr lang="en-US"/>
          </a:p>
        </p:txBody>
      </p:sp>
      <p:sp>
        <p:nvSpPr>
          <p:cNvPr id="5" name="Marcador de pie de página 4">
            <a:extLst>
              <a:ext uri="{FF2B5EF4-FFF2-40B4-BE49-F238E27FC236}">
                <a16:creationId xmlns:a16="http://schemas.microsoft.com/office/drawing/2014/main" id="{EC0BF832-23A2-A613-62C4-CB5A46DFFDAE}"/>
              </a:ext>
            </a:extLst>
          </p:cNvPr>
          <p:cNvSpPr>
            <a:spLocks noGrp="1"/>
          </p:cNvSpPr>
          <p:nvPr>
            <p:ph type="ftr" sz="quarter" idx="17"/>
          </p:nvPr>
        </p:nvSpPr>
        <p:spPr/>
        <p:txBody>
          <a:bodyPr rtlCol="0"/>
          <a:lstStyle/>
          <a:p>
            <a:pPr rtl="0"/>
            <a:r>
              <a:rPr lang="es-MX"/>
              <a:t>Link del proyecto: https://github.com/gusluzard/juego_snake.git</a:t>
            </a:r>
            <a:endParaRPr lang="es"/>
          </a:p>
        </p:txBody>
      </p:sp>
      <p:sp>
        <p:nvSpPr>
          <p:cNvPr id="6" name="Marcador de número de diapositiva 5">
            <a:extLst>
              <a:ext uri="{FF2B5EF4-FFF2-40B4-BE49-F238E27FC236}">
                <a16:creationId xmlns:a16="http://schemas.microsoft.com/office/drawing/2014/main" id="{8840ECE9-B681-F022-60D1-1A016882C82F}"/>
              </a:ext>
            </a:extLst>
          </p:cNvPr>
          <p:cNvSpPr>
            <a:spLocks noGrp="1"/>
          </p:cNvSpPr>
          <p:nvPr>
            <p:ph type="sldNum" sz="quarter" idx="18"/>
          </p:nvPr>
        </p:nvSpPr>
        <p:spPr/>
        <p:txBody>
          <a:bodyPr rtlCol="0"/>
          <a:lstStyle/>
          <a:p>
            <a:pPr rtl="0"/>
            <a:fld id="{5E0677F5-4A8A-4BF1-96BE-3BAE8FBAFE2E}" type="slidenum">
              <a:rPr lang="en-US" smtClean="0"/>
              <a:pPr rtl="0"/>
              <a:t>‹Nº›</a:t>
            </a:fld>
            <a:endParaRPr lang="en-US"/>
          </a:p>
        </p:txBody>
      </p:sp>
      <p:sp>
        <p:nvSpPr>
          <p:cNvPr id="10" name="Marcador de posición de imagen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93776" y="2629095"/>
            <a:ext cx="6286500" cy="3729912"/>
          </a:xfrm>
          <a:blipFill>
            <a:blip r:embed="rId2">
              <a:alphaModFix amt="60000"/>
            </a:blip>
            <a:stretch>
              <a:fillRect b="-13379"/>
            </a:stretch>
          </a:blipFill>
        </p:spPr>
        <p:txBody>
          <a:bodyPr rtlCol="0"/>
          <a:lstStyle>
            <a:lvl1pPr>
              <a:defRPr/>
            </a:lvl1pPr>
          </a:lstStyle>
          <a:p>
            <a:pPr rtl="0"/>
            <a:r>
              <a:rPr lang="es"/>
              <a:t>   </a:t>
            </a:r>
          </a:p>
        </p:txBody>
      </p:sp>
      <p:sp>
        <p:nvSpPr>
          <p:cNvPr id="8" name="Marcador de contenido 7">
            <a:extLst>
              <a:ext uri="{FF2B5EF4-FFF2-40B4-BE49-F238E27FC236}">
                <a16:creationId xmlns:a16="http://schemas.microsoft.com/office/drawing/2014/main" id="{6E0D00CE-C191-6DE5-9D82-7EFB59BC3739}"/>
              </a:ext>
            </a:extLst>
          </p:cNvPr>
          <p:cNvSpPr>
            <a:spLocks noGrp="1"/>
          </p:cNvSpPr>
          <p:nvPr>
            <p:ph sz="quarter" idx="14"/>
          </p:nvPr>
        </p:nvSpPr>
        <p:spPr>
          <a:xfrm>
            <a:off x="7620000" y="1124712"/>
            <a:ext cx="3683000" cy="5234295"/>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4" name="Rectángulo 3">
            <a:extLst>
              <a:ext uri="{FF2B5EF4-FFF2-40B4-BE49-F238E27FC236}">
                <a16:creationId xmlns:a16="http://schemas.microsoft.com/office/drawing/2014/main" id="{8751E514-0366-08AF-7655-4232DA4DBADF}"/>
              </a:ext>
            </a:extLst>
          </p:cNvPr>
          <p:cNvSpPr/>
          <p:nvPr/>
        </p:nvSpPr>
        <p:spPr>
          <a:xfrm flipH="1">
            <a:off x="3009900" y="5797487"/>
            <a:ext cx="9182100" cy="1060512"/>
          </a:xfrm>
          <a:prstGeom prst="rect">
            <a:avLst/>
          </a:prstGeom>
          <a:gradFill>
            <a:gsLst>
              <a:gs pos="55000">
                <a:schemeClr val="bg2">
                  <a:alpha val="0"/>
                </a:schemeClr>
              </a:gs>
              <a:gs pos="100000">
                <a:schemeClr val="accent4"/>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3" name="Rectángulo 12">
            <a:extLst>
              <a:ext uri="{FF2B5EF4-FFF2-40B4-BE49-F238E27FC236}">
                <a16:creationId xmlns:a16="http://schemas.microsoft.com/office/drawing/2014/main" id="{7817AFFE-A609-63B8-B679-F0129190A122}"/>
              </a:ext>
            </a:extLst>
          </p:cNvPr>
          <p:cNvSpPr/>
          <p:nvPr/>
        </p:nvSpPr>
        <p:spPr>
          <a:xfrm rot="5400000" flipH="1">
            <a:off x="9426287" y="4092286"/>
            <a:ext cx="4807525" cy="723901"/>
          </a:xfrm>
          <a:prstGeom prst="rect">
            <a:avLst/>
          </a:prstGeom>
          <a:gradFill>
            <a:gsLst>
              <a:gs pos="47000">
                <a:schemeClr val="bg2">
                  <a:alpha val="0"/>
                </a:schemeClr>
              </a:gs>
              <a:gs pos="100000">
                <a:schemeClr val="accent3">
                  <a:lumMod val="40000"/>
                  <a:lumOff val="60000"/>
                  <a:alpha val="61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4559597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ido con imagen 14">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960120"/>
            <a:ext cx="7726680" cy="914400"/>
          </a:xfrm>
        </p:spPr>
        <p:txBody>
          <a:bodyPr rtlCol="0" anchor="b"/>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rtlCol="0"/>
          <a:lstStyle/>
          <a:p>
            <a:pPr rtl="0"/>
            <a:r>
              <a:rPr lang="es-EC"/>
              <a:t>24/11/2025</a:t>
            </a:r>
            <a:endParaRPr lang="en-US"/>
          </a:p>
        </p:txBody>
      </p:sp>
      <p:sp>
        <p:nvSpPr>
          <p:cNvPr id="4" name="Marcador de pie de página 3">
            <a:extLst>
              <a:ext uri="{FF2B5EF4-FFF2-40B4-BE49-F238E27FC236}">
                <a16:creationId xmlns:a16="http://schemas.microsoft.com/office/drawing/2014/main" id="{37497486-A221-C6D1-050D-0B3DB326465B}"/>
              </a:ext>
            </a:extLst>
          </p:cNvPr>
          <p:cNvSpPr>
            <a:spLocks noGrp="1"/>
          </p:cNvSpPr>
          <p:nvPr>
            <p:ph type="ftr" sz="quarter" idx="17"/>
          </p:nvPr>
        </p:nvSpPr>
        <p:spPr>
          <a:xfrm>
            <a:off x="4942516" y="203862"/>
            <a:ext cx="2377440" cy="365760"/>
          </a:xfrm>
        </p:spPr>
        <p:txBody>
          <a:bodyPr rtlCol="0"/>
          <a:lstStyle/>
          <a:p>
            <a:pPr rtl="0"/>
            <a:r>
              <a:rPr lang="es-MX"/>
              <a:t>Link del proyecto: https://github.com/gusluzard/juego_snake.git</a:t>
            </a:r>
            <a:endParaRPr lang="es"/>
          </a:p>
        </p:txBody>
      </p:sp>
      <p:sp>
        <p:nvSpPr>
          <p:cNvPr id="9" name="Marcador de número de diapositiva 8">
            <a:extLst>
              <a:ext uri="{FF2B5EF4-FFF2-40B4-BE49-F238E27FC236}">
                <a16:creationId xmlns:a16="http://schemas.microsoft.com/office/drawing/2014/main" id="{193EE6EB-FF56-B8A3-1408-5C43C49B256E}"/>
              </a:ext>
            </a:extLst>
          </p:cNvPr>
          <p:cNvSpPr>
            <a:spLocks noGrp="1"/>
          </p:cNvSpPr>
          <p:nvPr>
            <p:ph type="sldNum" sz="quarter" idx="18"/>
          </p:nvPr>
        </p:nvSpPr>
        <p:spPr>
          <a:xfrm>
            <a:off x="7540537" y="203862"/>
            <a:ext cx="602991" cy="365760"/>
          </a:xfrm>
        </p:spPr>
        <p:txBody>
          <a:bodyPr rtlCol="0"/>
          <a:lstStyle/>
          <a:p>
            <a:pPr rtl="0"/>
            <a:fld id="{5E0677F5-4A8A-4BF1-96BE-3BAE8FBAFE2E}" type="slidenum">
              <a:rPr lang="en-US" smtClean="0"/>
              <a:t>‹Nº›</a:t>
            </a:fld>
            <a:endParaRPr lang="en-US"/>
          </a:p>
        </p:txBody>
      </p:sp>
      <p:sp>
        <p:nvSpPr>
          <p:cNvPr id="8" name="Marcador de contenido 7">
            <a:extLst>
              <a:ext uri="{FF2B5EF4-FFF2-40B4-BE49-F238E27FC236}">
                <a16:creationId xmlns:a16="http://schemas.microsoft.com/office/drawing/2014/main" id="{747AED59-1A26-9C13-8482-7857E7DEFE52}"/>
              </a:ext>
            </a:extLst>
          </p:cNvPr>
          <p:cNvSpPr>
            <a:spLocks noGrp="1"/>
          </p:cNvSpPr>
          <p:nvPr>
            <p:ph sz="quarter" idx="14"/>
          </p:nvPr>
        </p:nvSpPr>
        <p:spPr>
          <a:xfrm>
            <a:off x="301751" y="2194560"/>
            <a:ext cx="7726680" cy="420624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10" name="Marcador de posición de imagen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8663152" y="0"/>
            <a:ext cx="3528848" cy="6858000"/>
          </a:xfrm>
          <a:blipFill>
            <a:blip r:embed="rId2">
              <a:alphaModFix amt="60000"/>
            </a:blip>
            <a:stretch>
              <a:fillRect/>
            </a:stretch>
          </a:blipFill>
        </p:spPr>
        <p:txBody>
          <a:bodyPr rtlCol="0"/>
          <a:lstStyle>
            <a:lvl1pPr>
              <a:defRPr/>
            </a:lvl1pPr>
          </a:lstStyle>
          <a:p>
            <a:pPr rtl="0"/>
            <a:r>
              <a:rPr lang="es"/>
              <a:t>   </a:t>
            </a:r>
          </a:p>
        </p:txBody>
      </p:sp>
      <p:cxnSp>
        <p:nvCxnSpPr>
          <p:cNvPr id="5" name="Conector recto 4">
            <a:extLst>
              <a:ext uri="{FF2B5EF4-FFF2-40B4-BE49-F238E27FC236}">
                <a16:creationId xmlns:a16="http://schemas.microsoft.com/office/drawing/2014/main" id="{61A1B53F-5BA2-09DF-9A48-941699CA2D54}"/>
              </a:ext>
            </a:extLst>
          </p:cNvPr>
          <p:cNvCxnSpPr>
            <a:cxnSpLocks/>
          </p:cNvCxnSpPr>
          <p:nvPr/>
        </p:nvCxnSpPr>
        <p:spPr>
          <a:xfrm flipH="1">
            <a:off x="457202" y="751313"/>
            <a:ext cx="758952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48445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ido con imagen 15">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210016" y="957435"/>
            <a:ext cx="6400800" cy="885847"/>
          </a:xfrm>
        </p:spPr>
        <p:txBody>
          <a:bodyPr rIns="548640" rtlCol="0" anchor="b"/>
          <a:lstStyle/>
          <a:p>
            <a:pPr rtl="0"/>
            <a:r>
              <a:rPr lang="es"/>
              <a:t>Haga clic para modificar el estilo de título del patrón</a:t>
            </a:r>
          </a:p>
        </p:txBody>
      </p:sp>
      <p:sp>
        <p:nvSpPr>
          <p:cNvPr id="11" name="Marcador de posición de imagen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2" y="0"/>
            <a:ext cx="4698090" cy="6858001"/>
          </a:xfrm>
          <a:blipFill>
            <a:blip r:embed="rId2">
              <a:alphaModFix amt="60000"/>
            </a:blip>
            <a:stretch>
              <a:fillRect/>
            </a:stretch>
          </a:blipFill>
        </p:spPr>
        <p:txBody>
          <a:bodyPr rtlCol="0"/>
          <a:lstStyle>
            <a:lvl1pPr>
              <a:defRPr/>
            </a:lvl1pPr>
          </a:lstStyle>
          <a:p>
            <a:pPr rtl="0"/>
            <a:r>
              <a:rPr lang="es"/>
              <a:t>   </a:t>
            </a:r>
          </a:p>
        </p:txBody>
      </p:sp>
      <p:sp>
        <p:nvSpPr>
          <p:cNvPr id="4" name="Marcador de fecha 3">
            <a:extLst>
              <a:ext uri="{FF2B5EF4-FFF2-40B4-BE49-F238E27FC236}">
                <a16:creationId xmlns:a16="http://schemas.microsoft.com/office/drawing/2014/main" id="{93A362DD-3333-1184-E97C-2FDF9D599F49}"/>
              </a:ext>
            </a:extLst>
          </p:cNvPr>
          <p:cNvSpPr>
            <a:spLocks noGrp="1"/>
          </p:cNvSpPr>
          <p:nvPr>
            <p:ph type="dt" sz="half" idx="16"/>
          </p:nvPr>
        </p:nvSpPr>
        <p:spPr>
          <a:xfrm>
            <a:off x="5213149" y="212239"/>
            <a:ext cx="2208276" cy="365760"/>
          </a:xfrm>
        </p:spPr>
        <p:txBody>
          <a:bodyPr rtlCol="0"/>
          <a:lstStyle/>
          <a:p>
            <a:pPr rtl="0"/>
            <a:r>
              <a:rPr lang="es-EC"/>
              <a:t>24/11/2025</a:t>
            </a:r>
            <a:endParaRPr lang="en-US"/>
          </a:p>
        </p:txBody>
      </p:sp>
      <p:sp>
        <p:nvSpPr>
          <p:cNvPr id="5" name="Marcador de pie de página 4">
            <a:extLst>
              <a:ext uri="{FF2B5EF4-FFF2-40B4-BE49-F238E27FC236}">
                <a16:creationId xmlns:a16="http://schemas.microsoft.com/office/drawing/2014/main" id="{D851225D-49EF-5752-ACF2-F43EB2B36332}"/>
              </a:ext>
            </a:extLst>
          </p:cNvPr>
          <p:cNvSpPr>
            <a:spLocks noGrp="1"/>
          </p:cNvSpPr>
          <p:nvPr>
            <p:ph type="ftr" sz="quarter" idx="17"/>
          </p:nvPr>
        </p:nvSpPr>
        <p:spPr>
          <a:xfrm>
            <a:off x="7619999" y="210114"/>
            <a:ext cx="2297151" cy="365760"/>
          </a:xfrm>
        </p:spPr>
        <p:txBody>
          <a:bodyPr rtlCol="0"/>
          <a:lstStyle/>
          <a:p>
            <a:pPr rtl="0"/>
            <a:r>
              <a:rPr lang="es-MX"/>
              <a:t>Link del proyecto: https://github.com/gusluzard/juego_snake.git</a:t>
            </a:r>
            <a:endParaRPr lang="es"/>
          </a:p>
        </p:txBody>
      </p:sp>
      <p:sp>
        <p:nvSpPr>
          <p:cNvPr id="6" name="Marcador de número de diapositiva 5">
            <a:extLst>
              <a:ext uri="{FF2B5EF4-FFF2-40B4-BE49-F238E27FC236}">
                <a16:creationId xmlns:a16="http://schemas.microsoft.com/office/drawing/2014/main" id="{7C21012C-B1FA-A889-A45D-1DA431A41443}"/>
              </a:ext>
            </a:extLst>
          </p:cNvPr>
          <p:cNvSpPr>
            <a:spLocks noGrp="1"/>
          </p:cNvSpPr>
          <p:nvPr>
            <p:ph type="sldNum" sz="quarter" idx="18"/>
          </p:nvPr>
        </p:nvSpPr>
        <p:spPr/>
        <p:txBody>
          <a:bodyPr rtlCol="0"/>
          <a:lstStyle/>
          <a:p>
            <a:pPr rtl="0"/>
            <a:fld id="{5E0677F5-4A8A-4BF1-96BE-3BAE8FBAFE2E}" type="slidenum">
              <a:rPr lang="en-US" smtClean="0"/>
              <a:t>‹Nº›</a:t>
            </a:fld>
            <a:endParaRPr lang="en-US"/>
          </a:p>
        </p:txBody>
      </p:sp>
      <p:sp>
        <p:nvSpPr>
          <p:cNvPr id="8" name="Marcador de contenido 7">
            <a:extLst>
              <a:ext uri="{FF2B5EF4-FFF2-40B4-BE49-F238E27FC236}">
                <a16:creationId xmlns:a16="http://schemas.microsoft.com/office/drawing/2014/main" id="{818B74D6-CD72-B859-C229-60DB988B25E3}"/>
              </a:ext>
            </a:extLst>
          </p:cNvPr>
          <p:cNvSpPr>
            <a:spLocks noGrp="1"/>
          </p:cNvSpPr>
          <p:nvPr>
            <p:ph sz="quarter" idx="14"/>
          </p:nvPr>
        </p:nvSpPr>
        <p:spPr>
          <a:xfrm>
            <a:off x="5210016" y="2054715"/>
            <a:ext cx="6400800" cy="4502965"/>
          </a:xfrm>
        </p:spPr>
        <p:txBody>
          <a:bodyPr rIns="548640"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cxnSp>
        <p:nvCxnSpPr>
          <p:cNvPr id="7" name="Conector recto 6">
            <a:extLst>
              <a:ext uri="{FF2B5EF4-FFF2-40B4-BE49-F238E27FC236}">
                <a16:creationId xmlns:a16="http://schemas.microsoft.com/office/drawing/2014/main" id="{69D4FBA1-5448-1E5A-42E9-23AAC06CC512}"/>
              </a:ext>
            </a:extLst>
          </p:cNvPr>
          <p:cNvCxnSpPr>
            <a:cxnSpLocks/>
          </p:cNvCxnSpPr>
          <p:nvPr/>
        </p:nvCxnSpPr>
        <p:spPr>
          <a:xfrm flipH="1">
            <a:off x="5319887" y="751313"/>
            <a:ext cx="6477397"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56026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ido con imagen 16">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rtlCol="0" anchor="t">
            <a:normAutofit/>
          </a:bodyPr>
          <a:lstStyle>
            <a:lvl1pPr>
              <a:defRPr sz="2800">
                <a:solidFill>
                  <a:schemeClr val="tx1"/>
                </a:solidFill>
              </a:defRPr>
            </a:lvl1pPr>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45602332-ECCE-37C9-0CA1-1743D107C8E3}"/>
              </a:ext>
            </a:extLst>
          </p:cNvPr>
          <p:cNvSpPr>
            <a:spLocks noGrp="1"/>
          </p:cNvSpPr>
          <p:nvPr>
            <p:ph type="dt" sz="half" idx="14"/>
          </p:nvPr>
        </p:nvSpPr>
        <p:spPr/>
        <p:txBody>
          <a:bodyPr rtlCol="0"/>
          <a:lstStyle/>
          <a:p>
            <a:pPr rtl="0"/>
            <a:r>
              <a:rPr lang="es-EC"/>
              <a:t>24/11/2025</a:t>
            </a:r>
            <a:endParaRPr lang="en-US"/>
          </a:p>
        </p:txBody>
      </p:sp>
      <p:sp>
        <p:nvSpPr>
          <p:cNvPr id="7" name="Marcador de pie de página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rtlCol="0"/>
          <a:lstStyle/>
          <a:p>
            <a:pPr rtl="0"/>
            <a:r>
              <a:rPr lang="es-MX"/>
              <a:t>Link del proyecto: https://github.com/gusluzard/juego_snake.git</a:t>
            </a:r>
            <a:endParaRPr lang="es"/>
          </a:p>
        </p:txBody>
      </p:sp>
      <p:sp>
        <p:nvSpPr>
          <p:cNvPr id="9" name="Marcador de número de diapositiva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11" name="Marcador de posición de imagen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rtlCol="0"/>
          <a:lstStyle>
            <a:lvl1pPr>
              <a:defRPr/>
            </a:lvl1pPr>
          </a:lstStyle>
          <a:p>
            <a:pPr rtl="0"/>
            <a:r>
              <a:rPr lang="es"/>
              <a:t>   </a:t>
            </a:r>
          </a:p>
        </p:txBody>
      </p:sp>
      <p:sp>
        <p:nvSpPr>
          <p:cNvPr id="10" name="Rectángulo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3" name="Rectángulo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cxnSp>
        <p:nvCxnSpPr>
          <p:cNvPr id="12" name="Conector recto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Marcador de contenido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36281370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ido con imagen 17">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rtlCol="0" anchor="t">
            <a:normAutofit/>
          </a:bodyPr>
          <a:lstStyle>
            <a:lvl1pPr>
              <a:defRPr sz="2800">
                <a:solidFill>
                  <a:schemeClr val="tx1"/>
                </a:solidFill>
              </a:defRPr>
            </a:lvl1pPr>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45602332-ECCE-37C9-0CA1-1743D107C8E3}"/>
              </a:ext>
            </a:extLst>
          </p:cNvPr>
          <p:cNvSpPr>
            <a:spLocks noGrp="1"/>
          </p:cNvSpPr>
          <p:nvPr>
            <p:ph type="dt" sz="half" idx="14"/>
          </p:nvPr>
        </p:nvSpPr>
        <p:spPr/>
        <p:txBody>
          <a:bodyPr rtlCol="0"/>
          <a:lstStyle/>
          <a:p>
            <a:pPr rtl="0"/>
            <a:r>
              <a:rPr lang="es-EC"/>
              <a:t>24/11/2025</a:t>
            </a:r>
            <a:endParaRPr lang="en-US"/>
          </a:p>
        </p:txBody>
      </p:sp>
      <p:sp>
        <p:nvSpPr>
          <p:cNvPr id="7" name="Marcador de pie de página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rtlCol="0"/>
          <a:lstStyle/>
          <a:p>
            <a:pPr rtl="0"/>
            <a:r>
              <a:rPr lang="es-MX"/>
              <a:t>Link del proyecto: https://github.com/gusluzard/juego_snake.git</a:t>
            </a:r>
            <a:endParaRPr lang="es"/>
          </a:p>
        </p:txBody>
      </p:sp>
      <p:sp>
        <p:nvSpPr>
          <p:cNvPr id="9" name="Marcador de número de diapositiva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11" name="Marcador de posición de imagen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rtlCol="0"/>
          <a:lstStyle>
            <a:lvl1pPr>
              <a:defRPr/>
            </a:lvl1pPr>
          </a:lstStyle>
          <a:p>
            <a:pPr rtl="0"/>
            <a:r>
              <a:rPr lang="es"/>
              <a:t>   </a:t>
            </a:r>
          </a:p>
        </p:txBody>
      </p:sp>
      <p:sp>
        <p:nvSpPr>
          <p:cNvPr id="8" name="Marcador de contenido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15670957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úmero grande">
    <p:spTree>
      <p:nvGrpSpPr>
        <p:cNvPr id="1" name=""/>
        <p:cNvGrpSpPr/>
        <p:nvPr/>
      </p:nvGrpSpPr>
      <p:grpSpPr>
        <a:xfrm>
          <a:off x="0" y="0"/>
          <a:ext cx="0" cy="0"/>
          <a:chOff x="0" y="0"/>
          <a:chExt cx="0" cy="0"/>
        </a:xfrm>
      </p:grpSpPr>
      <p:sp>
        <p:nvSpPr>
          <p:cNvPr id="11" name="Título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rtlCol="0" anchor="t"/>
          <a:lstStyle>
            <a:lvl1pPr>
              <a:lnSpc>
                <a:spcPct val="100000"/>
              </a:lnSpc>
              <a:defRPr sz="2000">
                <a:solidFill>
                  <a:schemeClr val="tx1"/>
                </a:solidFill>
                <a:latin typeface="+mn-lt"/>
              </a:defRPr>
            </a:lvl1pPr>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86ADE8C0-7863-A0F4-9EFB-60B2F8DD221E}"/>
              </a:ext>
            </a:extLst>
          </p:cNvPr>
          <p:cNvSpPr>
            <a:spLocks noGrp="1"/>
          </p:cNvSpPr>
          <p:nvPr>
            <p:ph type="dt" sz="half" idx="14"/>
          </p:nvPr>
        </p:nvSpPr>
        <p:spPr/>
        <p:txBody>
          <a:bodyPr rtlCol="0"/>
          <a:lstStyle/>
          <a:p>
            <a:pPr rtl="0"/>
            <a:r>
              <a:rPr lang="es-EC"/>
              <a:t>24/11/2025</a:t>
            </a:r>
            <a:endParaRPr lang="en-US"/>
          </a:p>
        </p:txBody>
      </p:sp>
      <p:sp>
        <p:nvSpPr>
          <p:cNvPr id="4" name="Marcador de pie de página 3">
            <a:extLst>
              <a:ext uri="{FF2B5EF4-FFF2-40B4-BE49-F238E27FC236}">
                <a16:creationId xmlns:a16="http://schemas.microsoft.com/office/drawing/2014/main" id="{0AE20381-0150-ABDF-3C66-3E77DA79EEC4}"/>
              </a:ext>
            </a:extLst>
          </p:cNvPr>
          <p:cNvSpPr>
            <a:spLocks noGrp="1"/>
          </p:cNvSpPr>
          <p:nvPr>
            <p:ph type="ftr" sz="quarter" idx="15"/>
          </p:nvPr>
        </p:nvSpPr>
        <p:spPr/>
        <p:txBody>
          <a:bodyPr rtlCol="0"/>
          <a:lstStyle/>
          <a:p>
            <a:pPr rtl="0"/>
            <a:r>
              <a:rPr lang="es-MX"/>
              <a:t>Link del proyecto: https://github.com/gusluzard/juego_snake.git</a:t>
            </a:r>
            <a:endParaRPr lang="es"/>
          </a:p>
        </p:txBody>
      </p:sp>
      <p:sp>
        <p:nvSpPr>
          <p:cNvPr id="5" name="Marcador de número de diapositiva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10" name="Marcador de contenido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rtlCol="0"/>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rtl="0"/>
            <a:r>
              <a:rPr lang="es"/>
              <a:t>##%</a:t>
            </a:r>
          </a:p>
        </p:txBody>
      </p:sp>
      <p:cxnSp>
        <p:nvCxnSpPr>
          <p:cNvPr id="6" name="Conector recto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138755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úmero grande 2">
    <p:spTree>
      <p:nvGrpSpPr>
        <p:cNvPr id="1" name=""/>
        <p:cNvGrpSpPr/>
        <p:nvPr/>
      </p:nvGrpSpPr>
      <p:grpSpPr>
        <a:xfrm>
          <a:off x="0" y="0"/>
          <a:ext cx="0" cy="0"/>
          <a:chOff x="0" y="0"/>
          <a:chExt cx="0" cy="0"/>
        </a:xfrm>
      </p:grpSpPr>
      <p:sp>
        <p:nvSpPr>
          <p:cNvPr id="10" name="Título 10">
            <a:extLst>
              <a:ext uri="{FF2B5EF4-FFF2-40B4-BE49-F238E27FC236}">
                <a16:creationId xmlns:a16="http://schemas.microsoft.com/office/drawing/2014/main" id="{DD010CB8-5ADF-D96A-0AE8-D830AFDEB94C}"/>
              </a:ext>
            </a:extLst>
          </p:cNvPr>
          <p:cNvSpPr>
            <a:spLocks noGrp="1"/>
          </p:cNvSpPr>
          <p:nvPr>
            <p:ph type="title"/>
          </p:nvPr>
        </p:nvSpPr>
        <p:spPr>
          <a:xfrm>
            <a:off x="7622485" y="1100831"/>
            <a:ext cx="3503935" cy="3811825"/>
          </a:xfrm>
        </p:spPr>
        <p:txBody>
          <a:bodyPr rtlCol="0" anchor="t">
            <a:normAutofit/>
          </a:bodyPr>
          <a:lstStyle>
            <a:lvl1pPr>
              <a:lnSpc>
                <a:spcPct val="100000"/>
              </a:lnSpc>
              <a:defRPr sz="2000">
                <a:latin typeface="+mn-lt"/>
              </a:defRPr>
            </a:lvl1pPr>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86ADE8C0-7863-A0F4-9EFB-60B2F8DD221E}"/>
              </a:ext>
            </a:extLst>
          </p:cNvPr>
          <p:cNvSpPr>
            <a:spLocks noGrp="1"/>
          </p:cNvSpPr>
          <p:nvPr>
            <p:ph type="dt" sz="half" idx="14"/>
          </p:nvPr>
        </p:nvSpPr>
        <p:spPr/>
        <p:txBody>
          <a:bodyPr rtlCol="0"/>
          <a:lstStyle/>
          <a:p>
            <a:pPr rtl="0"/>
            <a:r>
              <a:rPr lang="es-EC"/>
              <a:t>24/11/2025</a:t>
            </a:r>
            <a:endParaRPr lang="en-US"/>
          </a:p>
        </p:txBody>
      </p:sp>
      <p:sp>
        <p:nvSpPr>
          <p:cNvPr id="4" name="Marcador de pie de página 3">
            <a:extLst>
              <a:ext uri="{FF2B5EF4-FFF2-40B4-BE49-F238E27FC236}">
                <a16:creationId xmlns:a16="http://schemas.microsoft.com/office/drawing/2014/main" id="{0AE20381-0150-ABDF-3C66-3E77DA79EEC4}"/>
              </a:ext>
            </a:extLst>
          </p:cNvPr>
          <p:cNvSpPr>
            <a:spLocks noGrp="1"/>
          </p:cNvSpPr>
          <p:nvPr>
            <p:ph type="ftr" sz="quarter" idx="15"/>
          </p:nvPr>
        </p:nvSpPr>
        <p:spPr/>
        <p:txBody>
          <a:bodyPr rtlCol="0"/>
          <a:lstStyle/>
          <a:p>
            <a:pPr rtl="0"/>
            <a:r>
              <a:rPr lang="es-MX"/>
              <a:t>Link del proyecto: https://github.com/gusluzard/juego_snake.git</a:t>
            </a:r>
            <a:endParaRPr lang="es"/>
          </a:p>
        </p:txBody>
      </p:sp>
      <p:sp>
        <p:nvSpPr>
          <p:cNvPr id="5" name="Marcador de número de diapositiva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9" name="Marcador de contenido 9">
            <a:extLst>
              <a:ext uri="{FF2B5EF4-FFF2-40B4-BE49-F238E27FC236}">
                <a16:creationId xmlns:a16="http://schemas.microsoft.com/office/drawing/2014/main" id="{205AA2D5-1683-397E-F373-FD43CF41C356}"/>
              </a:ext>
            </a:extLst>
          </p:cNvPr>
          <p:cNvSpPr>
            <a:spLocks noGrp="1"/>
          </p:cNvSpPr>
          <p:nvPr>
            <p:ph sz="quarter" idx="17" hasCustomPrompt="1"/>
          </p:nvPr>
        </p:nvSpPr>
        <p:spPr>
          <a:xfrm>
            <a:off x="274638" y="1192305"/>
            <a:ext cx="6354305" cy="5302119"/>
          </a:xfrm>
        </p:spPr>
        <p:txBody>
          <a:bodyPr rtlCol="0" anchor="b"/>
          <a:lstStyle>
            <a:lvl1pPr>
              <a:lnSpc>
                <a:spcPct val="85000"/>
              </a:lnSpc>
              <a:defRPr sz="167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rtl="0"/>
            <a:r>
              <a:rPr lang="es"/>
              <a:t>##%</a:t>
            </a:r>
          </a:p>
        </p:txBody>
      </p:sp>
      <p:cxnSp>
        <p:nvCxnSpPr>
          <p:cNvPr id="8" name="Conector recto 7">
            <a:extLst>
              <a:ext uri="{FF2B5EF4-FFF2-40B4-BE49-F238E27FC236}">
                <a16:creationId xmlns:a16="http://schemas.microsoft.com/office/drawing/2014/main" id="{6A889F67-0B6B-A4B3-54DF-0A8015E5486C}"/>
              </a:ext>
            </a:extLst>
          </p:cNvPr>
          <p:cNvCxnSpPr>
            <a:cxnSpLocks/>
          </p:cNvCxnSpPr>
          <p:nvPr/>
        </p:nvCxnSpPr>
        <p:spPr>
          <a:xfrm flipV="1">
            <a:off x="7083125" y="1192305"/>
            <a:ext cx="0" cy="4711453"/>
          </a:xfrm>
          <a:prstGeom prst="line">
            <a:avLst/>
          </a:prstGeom>
          <a:ln w="6350">
            <a:solidFill>
              <a:schemeClr val="tx1">
                <a:lumMod val="6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411602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Número grande 3">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F6789B03-A237-8E25-DB32-95E92EBCC3A2}"/>
              </a:ext>
            </a:extLst>
          </p:cNvPr>
          <p:cNvSpPr/>
          <p:nvPr/>
        </p:nvSpPr>
        <p:spPr>
          <a:xfrm rot="10800000" flipH="1" flipV="1">
            <a:off x="1175658" y="0"/>
            <a:ext cx="11016342" cy="6858000"/>
          </a:xfrm>
          <a:prstGeom prst="rect">
            <a:avLst/>
          </a:prstGeom>
          <a:gradFill flip="none" rotWithShape="1">
            <a:gsLst>
              <a:gs pos="61500">
                <a:schemeClr val="accent1">
                  <a:alpha val="50000"/>
                </a:schemeClr>
              </a:gs>
              <a:gs pos="40000">
                <a:schemeClr val="accent5">
                  <a:alpha val="50000"/>
                </a:schemeClr>
              </a:gs>
              <a:gs pos="6000">
                <a:schemeClr val="bg2"/>
              </a:gs>
              <a:gs pos="94000">
                <a:schemeClr val="bg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18" name="Rectángulo 17">
            <a:extLst>
              <a:ext uri="{FF2B5EF4-FFF2-40B4-BE49-F238E27FC236}">
                <a16:creationId xmlns:a16="http://schemas.microsoft.com/office/drawing/2014/main" id="{7B651B9B-74D4-3A3F-E369-214B13D8B83C}"/>
              </a:ext>
            </a:extLst>
          </p:cNvPr>
          <p:cNvSpPr/>
          <p:nvPr/>
        </p:nvSpPr>
        <p:spPr>
          <a:xfrm rot="16200000" flipV="1">
            <a:off x="6267450" y="933451"/>
            <a:ext cx="6858000" cy="4991099"/>
          </a:xfrm>
          <a:prstGeom prst="rect">
            <a:avLst/>
          </a:prstGeom>
          <a:gradFill>
            <a:gsLst>
              <a:gs pos="3000">
                <a:schemeClr val="accent6">
                  <a:lumMod val="75000"/>
                </a:schemeClr>
              </a:gs>
              <a:gs pos="65000">
                <a:schemeClr val="accent4">
                  <a:lumMod val="50000"/>
                  <a:alpha val="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3" name="Rectángulo 2">
            <a:extLst>
              <a:ext uri="{FF2B5EF4-FFF2-40B4-BE49-F238E27FC236}">
                <a16:creationId xmlns:a16="http://schemas.microsoft.com/office/drawing/2014/main" id="{81D28BDD-509C-1D92-D003-9C8B1DAEC620}"/>
              </a:ext>
            </a:extLst>
          </p:cNvPr>
          <p:cNvSpPr/>
          <p:nvPr/>
        </p:nvSpPr>
        <p:spPr>
          <a:xfrm flipH="1" flipV="1">
            <a:off x="2764971" y="4219356"/>
            <a:ext cx="9427029" cy="2638644"/>
          </a:xfrm>
          <a:prstGeom prst="rect">
            <a:avLst/>
          </a:prstGeom>
          <a:gradFill flip="none" rotWithShape="1">
            <a:gsLst>
              <a:gs pos="0">
                <a:schemeClr val="accent3"/>
              </a:gs>
              <a:gs pos="52000">
                <a:schemeClr val="bg2">
                  <a:alpha val="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5" name="Rectángulo 4">
            <a:extLst>
              <a:ext uri="{FF2B5EF4-FFF2-40B4-BE49-F238E27FC236}">
                <a16:creationId xmlns:a16="http://schemas.microsoft.com/office/drawing/2014/main" id="{826BBCE4-74E2-A371-85F6-5E780BA94CAA}"/>
              </a:ext>
            </a:extLst>
          </p:cNvPr>
          <p:cNvSpPr/>
          <p:nvPr/>
        </p:nvSpPr>
        <p:spPr>
          <a:xfrm flipV="1">
            <a:off x="1524" y="1858018"/>
            <a:ext cx="12188952" cy="4999982"/>
          </a:xfrm>
          <a:prstGeom prst="rect">
            <a:avLst/>
          </a:prstGeom>
          <a:gradFill>
            <a:gsLst>
              <a:gs pos="28000">
                <a:schemeClr val="bg2"/>
              </a:gs>
              <a:gs pos="56000">
                <a:schemeClr val="bg2">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cxnSp>
        <p:nvCxnSpPr>
          <p:cNvPr id="4" name="Conector recto 3">
            <a:extLst>
              <a:ext uri="{FF2B5EF4-FFF2-40B4-BE49-F238E27FC236}">
                <a16:creationId xmlns:a16="http://schemas.microsoft.com/office/drawing/2014/main" id="{6E400EE4-4D39-7F3B-C68E-A9F042877A92}"/>
              </a:ext>
            </a:extLst>
          </p:cNvPr>
          <p:cNvCxnSpPr>
            <a:cxnSpLocks/>
          </p:cNvCxnSpPr>
          <p:nvPr/>
        </p:nvCxnSpPr>
        <p:spPr>
          <a:xfrm flipH="1">
            <a:off x="394716" y="486815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9" name="Título 10">
            <a:extLst>
              <a:ext uri="{FF2B5EF4-FFF2-40B4-BE49-F238E27FC236}">
                <a16:creationId xmlns:a16="http://schemas.microsoft.com/office/drawing/2014/main" id="{2548AAB2-8D73-965E-CC0B-7865E812CACE}"/>
              </a:ext>
            </a:extLst>
          </p:cNvPr>
          <p:cNvSpPr>
            <a:spLocks noGrp="1"/>
          </p:cNvSpPr>
          <p:nvPr>
            <p:ph type="title"/>
          </p:nvPr>
        </p:nvSpPr>
        <p:spPr>
          <a:xfrm>
            <a:off x="6477001" y="5056104"/>
            <a:ext cx="5320284" cy="1322290"/>
          </a:xfrm>
        </p:spPr>
        <p:txBody>
          <a:bodyPr rtlCol="0" anchor="t"/>
          <a:lstStyle>
            <a:lvl1pPr algn="r">
              <a:lnSpc>
                <a:spcPct val="120000"/>
              </a:lnSpc>
              <a:spcBef>
                <a:spcPts val="1000"/>
              </a:spcBef>
              <a:defRPr sz="2000">
                <a:latin typeface="+mn-lt"/>
              </a:defRPr>
            </a:lvl1pPr>
          </a:lstStyle>
          <a:p>
            <a:pPr rtl="0"/>
            <a:r>
              <a:rPr lang="es"/>
              <a:t>Haga clic para modificar el estilo de título del patrón</a:t>
            </a:r>
          </a:p>
        </p:txBody>
      </p:sp>
      <p:sp>
        <p:nvSpPr>
          <p:cNvPr id="14" name="Marcador de fecha 13">
            <a:extLst>
              <a:ext uri="{FF2B5EF4-FFF2-40B4-BE49-F238E27FC236}">
                <a16:creationId xmlns:a16="http://schemas.microsoft.com/office/drawing/2014/main" id="{459F1889-15CA-49B5-957D-AFEE32125C96}"/>
              </a:ext>
            </a:extLst>
          </p:cNvPr>
          <p:cNvSpPr>
            <a:spLocks noGrp="1"/>
          </p:cNvSpPr>
          <p:nvPr>
            <p:ph type="dt" sz="half" idx="14"/>
          </p:nvPr>
        </p:nvSpPr>
        <p:spPr/>
        <p:txBody>
          <a:bodyPr rtlCol="0"/>
          <a:lstStyle/>
          <a:p>
            <a:pPr rtl="0"/>
            <a:r>
              <a:rPr lang="es-EC"/>
              <a:t>24/11/2025</a:t>
            </a:r>
            <a:endParaRPr lang="en-US"/>
          </a:p>
        </p:txBody>
      </p:sp>
      <p:sp>
        <p:nvSpPr>
          <p:cNvPr id="15" name="Marcador de pie de página 14">
            <a:extLst>
              <a:ext uri="{FF2B5EF4-FFF2-40B4-BE49-F238E27FC236}">
                <a16:creationId xmlns:a16="http://schemas.microsoft.com/office/drawing/2014/main" id="{08B8EC79-A8CC-7A55-D80D-9F557250E751}"/>
              </a:ext>
            </a:extLst>
          </p:cNvPr>
          <p:cNvSpPr>
            <a:spLocks noGrp="1"/>
          </p:cNvSpPr>
          <p:nvPr>
            <p:ph type="ftr" sz="quarter" idx="15"/>
          </p:nvPr>
        </p:nvSpPr>
        <p:spPr/>
        <p:txBody>
          <a:bodyPr rtlCol="0"/>
          <a:lstStyle/>
          <a:p>
            <a:pPr rtl="0"/>
            <a:r>
              <a:rPr lang="es-MX"/>
              <a:t>Link del proyecto: https://github.com/gusluzard/juego_snake.git</a:t>
            </a:r>
            <a:endParaRPr lang="es"/>
          </a:p>
        </p:txBody>
      </p:sp>
      <p:sp>
        <p:nvSpPr>
          <p:cNvPr id="16" name="Marcador de número de diapositiva 15">
            <a:extLst>
              <a:ext uri="{FF2B5EF4-FFF2-40B4-BE49-F238E27FC236}">
                <a16:creationId xmlns:a16="http://schemas.microsoft.com/office/drawing/2014/main" id="{20317C40-C1F7-2A61-6EFC-9DBC5587444B}"/>
              </a:ext>
            </a:extLst>
          </p:cNvPr>
          <p:cNvSpPr>
            <a:spLocks noGrp="1"/>
          </p:cNvSpPr>
          <p:nvPr>
            <p:ph type="sldNum" sz="quarter" idx="16"/>
          </p:nvPr>
        </p:nvSpPr>
        <p:spPr/>
        <p:txBody>
          <a:bodyPr rtlCol="0"/>
          <a:lstStyle/>
          <a:p>
            <a:pPr rtl="0"/>
            <a:fld id="{5E0677F5-4A8A-4BF1-96BE-3BAE8FBAFE2E}" type="slidenum">
              <a:rPr lang="en-US" smtClean="0"/>
              <a:pPr rtl="0"/>
              <a:t>‹Nº›</a:t>
            </a:fld>
            <a:endParaRPr lang="en-US"/>
          </a:p>
        </p:txBody>
      </p:sp>
      <p:sp>
        <p:nvSpPr>
          <p:cNvPr id="8" name="Marcador de contenido 9">
            <a:extLst>
              <a:ext uri="{FF2B5EF4-FFF2-40B4-BE49-F238E27FC236}">
                <a16:creationId xmlns:a16="http://schemas.microsoft.com/office/drawing/2014/main" id="{D9D57452-6086-AD7E-BB02-6CEEDA958256}"/>
              </a:ext>
            </a:extLst>
          </p:cNvPr>
          <p:cNvSpPr>
            <a:spLocks noGrp="1"/>
          </p:cNvSpPr>
          <p:nvPr>
            <p:ph sz="quarter" idx="17" hasCustomPrompt="1"/>
          </p:nvPr>
        </p:nvSpPr>
        <p:spPr>
          <a:xfrm>
            <a:off x="274638" y="965289"/>
            <a:ext cx="11087974" cy="3423256"/>
          </a:xfrm>
        </p:spPr>
        <p:txBody>
          <a:bodyPr rtlCol="0" anchor="t"/>
          <a:lstStyle>
            <a:lvl1pPr>
              <a:lnSpc>
                <a:spcPct val="85000"/>
              </a:lnSpc>
              <a:defRPr sz="24400">
                <a:solidFill>
                  <a:schemeClr val="tx1"/>
                </a:solidFill>
                <a:latin typeface="+mj-lt"/>
              </a:defRPr>
            </a:lvl1pPr>
          </a:lstStyle>
          <a:p>
            <a:pPr lvl="0" rtl="0"/>
            <a:r>
              <a:rPr lang="es"/>
              <a:t>##%</a:t>
            </a:r>
          </a:p>
        </p:txBody>
      </p:sp>
    </p:spTree>
    <p:extLst>
      <p:ext uri="{BB962C8B-B14F-4D97-AF65-F5344CB8AC3E}">
        <p14:creationId xmlns:p14="http://schemas.microsoft.com/office/powerpoint/2010/main" val="184099132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úmero grande 4">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81D28BDD-509C-1D92-D003-9C8B1DAEC620}"/>
              </a:ext>
            </a:extLst>
          </p:cNvPr>
          <p:cNvSpPr/>
          <p:nvPr/>
        </p:nvSpPr>
        <p:spPr>
          <a:xfrm flipH="1" flipV="1">
            <a:off x="-1" y="2200164"/>
            <a:ext cx="12192000" cy="4657836"/>
          </a:xfrm>
          <a:prstGeom prst="rect">
            <a:avLst/>
          </a:prstGeom>
          <a:gradFill>
            <a:gsLst>
              <a:gs pos="0">
                <a:schemeClr val="accent2"/>
              </a:gs>
              <a:gs pos="47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11" name="Rectángulo 10">
            <a:extLst>
              <a:ext uri="{FF2B5EF4-FFF2-40B4-BE49-F238E27FC236}">
                <a16:creationId xmlns:a16="http://schemas.microsoft.com/office/drawing/2014/main" id="{F6789B03-A237-8E25-DB32-95E92EBCC3A2}"/>
              </a:ext>
            </a:extLst>
          </p:cNvPr>
          <p:cNvSpPr/>
          <p:nvPr/>
        </p:nvSpPr>
        <p:spPr>
          <a:xfrm rot="10800000" flipH="1" flipV="1">
            <a:off x="5325644" y="726090"/>
            <a:ext cx="6866356" cy="6131909"/>
          </a:xfrm>
          <a:prstGeom prst="rect">
            <a:avLst/>
          </a:prstGeom>
          <a:gradFill flip="none" rotWithShape="1">
            <a:gsLst>
              <a:gs pos="20000">
                <a:schemeClr val="accent3">
                  <a:lumMod val="60000"/>
                  <a:lumOff val="40000"/>
                  <a:alpha val="67000"/>
                </a:schemeClr>
              </a:gs>
              <a:gs pos="5000">
                <a:schemeClr val="tx2">
                  <a:alpha val="94000"/>
                </a:schemeClr>
              </a:gs>
              <a:gs pos="70000">
                <a:schemeClr val="bg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18" name="Rectángulo 17">
            <a:extLst>
              <a:ext uri="{FF2B5EF4-FFF2-40B4-BE49-F238E27FC236}">
                <a16:creationId xmlns:a16="http://schemas.microsoft.com/office/drawing/2014/main" id="{7B651B9B-74D4-3A3F-E369-214B13D8B83C}"/>
              </a:ext>
            </a:extLst>
          </p:cNvPr>
          <p:cNvSpPr/>
          <p:nvPr/>
        </p:nvSpPr>
        <p:spPr>
          <a:xfrm rot="16200000" flipV="1">
            <a:off x="6683189" y="1349189"/>
            <a:ext cx="6858000" cy="4159622"/>
          </a:xfrm>
          <a:prstGeom prst="rect">
            <a:avLst/>
          </a:prstGeom>
          <a:gradFill>
            <a:gsLst>
              <a:gs pos="0">
                <a:schemeClr val="accent1">
                  <a:lumMod val="75000"/>
                </a:schemeClr>
              </a:gs>
              <a:gs pos="63000">
                <a:schemeClr val="bg2">
                  <a:alpha val="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cxnSp>
        <p:nvCxnSpPr>
          <p:cNvPr id="4" name="Conector recto 3">
            <a:extLst>
              <a:ext uri="{FF2B5EF4-FFF2-40B4-BE49-F238E27FC236}">
                <a16:creationId xmlns:a16="http://schemas.microsoft.com/office/drawing/2014/main" id="{6E400EE4-4D39-7F3B-C68E-A9F042877A92}"/>
              </a:ext>
            </a:extLst>
          </p:cNvPr>
          <p:cNvCxnSpPr>
            <a:cxnSpLocks/>
          </p:cNvCxnSpPr>
          <p:nvPr/>
        </p:nvCxnSpPr>
        <p:spPr>
          <a:xfrm flipH="1">
            <a:off x="394716" y="487636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8" name="Título 10">
            <a:extLst>
              <a:ext uri="{FF2B5EF4-FFF2-40B4-BE49-F238E27FC236}">
                <a16:creationId xmlns:a16="http://schemas.microsoft.com/office/drawing/2014/main" id="{6E27F960-EB1F-031C-F95C-2380BB06B5E8}"/>
              </a:ext>
            </a:extLst>
          </p:cNvPr>
          <p:cNvSpPr>
            <a:spLocks noGrp="1"/>
          </p:cNvSpPr>
          <p:nvPr>
            <p:ph type="title"/>
          </p:nvPr>
        </p:nvSpPr>
        <p:spPr>
          <a:xfrm>
            <a:off x="1885949" y="5125006"/>
            <a:ext cx="8420100" cy="728222"/>
          </a:xfrm>
        </p:spPr>
        <p:txBody>
          <a:bodyPr rtlCol="0" anchor="ctr"/>
          <a:lstStyle>
            <a:lvl1pPr algn="ctr">
              <a:lnSpc>
                <a:spcPct val="120000"/>
              </a:lnSpc>
              <a:spcBef>
                <a:spcPts val="1000"/>
              </a:spcBef>
              <a:defRPr sz="2000">
                <a:latin typeface="+mn-lt"/>
              </a:defRPr>
            </a:lvl1pPr>
          </a:lstStyle>
          <a:p>
            <a:pPr rtl="0"/>
            <a:r>
              <a:rPr lang="es"/>
              <a:t>Haga clic para modificar el estilo de título del patrón</a:t>
            </a:r>
          </a:p>
        </p:txBody>
      </p:sp>
      <p:sp>
        <p:nvSpPr>
          <p:cNvPr id="6" name="Marcador de contenido 9">
            <a:extLst>
              <a:ext uri="{FF2B5EF4-FFF2-40B4-BE49-F238E27FC236}">
                <a16:creationId xmlns:a16="http://schemas.microsoft.com/office/drawing/2014/main" id="{A34236BC-4366-0C69-F209-C904D38401F8}"/>
              </a:ext>
            </a:extLst>
          </p:cNvPr>
          <p:cNvSpPr>
            <a:spLocks noGrp="1"/>
          </p:cNvSpPr>
          <p:nvPr>
            <p:ph sz="quarter" idx="17" hasCustomPrompt="1"/>
          </p:nvPr>
        </p:nvSpPr>
        <p:spPr>
          <a:xfrm>
            <a:off x="723900" y="726090"/>
            <a:ext cx="10744200" cy="3860382"/>
          </a:xfrm>
        </p:spPr>
        <p:txBody>
          <a:bodyPr rtlCol="0" anchor="b"/>
          <a:lstStyle>
            <a:lvl1pPr algn="ctr">
              <a:lnSpc>
                <a:spcPct val="85000"/>
              </a:lnSpc>
              <a:defRPr sz="25500">
                <a:solidFill>
                  <a:schemeClr val="tx1"/>
                </a:solidFill>
                <a:latin typeface="+mj-lt"/>
              </a:defRPr>
            </a:lvl1pPr>
          </a:lstStyle>
          <a:p>
            <a:pPr lvl="0" rtl="0"/>
            <a:r>
              <a:rPr lang="es"/>
              <a:t>##%</a:t>
            </a:r>
          </a:p>
        </p:txBody>
      </p:sp>
      <p:cxnSp>
        <p:nvCxnSpPr>
          <p:cNvPr id="14" name="Conector recto 13">
            <a:extLst>
              <a:ext uri="{FF2B5EF4-FFF2-40B4-BE49-F238E27FC236}">
                <a16:creationId xmlns:a16="http://schemas.microsoft.com/office/drawing/2014/main" id="{417591FD-2E75-A22D-FBA7-02D7E815F645}"/>
              </a:ext>
            </a:extLst>
          </p:cNvPr>
          <p:cNvCxnSpPr>
            <a:cxnSpLocks/>
          </p:cNvCxnSpPr>
          <p:nvPr/>
        </p:nvCxnSpPr>
        <p:spPr>
          <a:xfrm flipH="1">
            <a:off x="394716" y="6091872"/>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15" name="Marcador de fecha 14">
            <a:extLst>
              <a:ext uri="{FF2B5EF4-FFF2-40B4-BE49-F238E27FC236}">
                <a16:creationId xmlns:a16="http://schemas.microsoft.com/office/drawing/2014/main" id="{38FB55F3-AB08-16DF-AAC9-DD747B27C4E2}"/>
              </a:ext>
            </a:extLst>
          </p:cNvPr>
          <p:cNvSpPr>
            <a:spLocks noGrp="1"/>
          </p:cNvSpPr>
          <p:nvPr>
            <p:ph type="dt" sz="half" idx="14"/>
          </p:nvPr>
        </p:nvSpPr>
        <p:spPr>
          <a:xfrm>
            <a:off x="301752" y="6286290"/>
            <a:ext cx="1759288" cy="365760"/>
          </a:xfrm>
        </p:spPr>
        <p:txBody>
          <a:bodyPr rtlCol="0"/>
          <a:lstStyle/>
          <a:p>
            <a:pPr rtl="0"/>
            <a:r>
              <a:rPr lang="es-EC"/>
              <a:t>24/11/2025</a:t>
            </a:r>
            <a:endParaRPr lang="en-US"/>
          </a:p>
        </p:txBody>
      </p:sp>
      <p:sp>
        <p:nvSpPr>
          <p:cNvPr id="16" name="Marcador de pie de página 15">
            <a:extLst>
              <a:ext uri="{FF2B5EF4-FFF2-40B4-BE49-F238E27FC236}">
                <a16:creationId xmlns:a16="http://schemas.microsoft.com/office/drawing/2014/main" id="{E16155A7-4EE1-631B-DE09-AD84BEA5F71F}"/>
              </a:ext>
            </a:extLst>
          </p:cNvPr>
          <p:cNvSpPr>
            <a:spLocks noGrp="1"/>
          </p:cNvSpPr>
          <p:nvPr>
            <p:ph type="ftr" sz="quarter" idx="15"/>
          </p:nvPr>
        </p:nvSpPr>
        <p:spPr>
          <a:xfrm>
            <a:off x="7622485" y="6286290"/>
            <a:ext cx="2509284" cy="365760"/>
          </a:xfrm>
        </p:spPr>
        <p:txBody>
          <a:bodyPr rtlCol="0"/>
          <a:lstStyle/>
          <a:p>
            <a:pPr rtl="0"/>
            <a:r>
              <a:rPr lang="es-MX"/>
              <a:t>Link del proyecto: https://github.com/gusluzard/juego_snake.git</a:t>
            </a:r>
            <a:endParaRPr lang="es"/>
          </a:p>
        </p:txBody>
      </p:sp>
      <p:sp>
        <p:nvSpPr>
          <p:cNvPr id="17" name="Marcador de número de diapositiva 16">
            <a:extLst>
              <a:ext uri="{FF2B5EF4-FFF2-40B4-BE49-F238E27FC236}">
                <a16:creationId xmlns:a16="http://schemas.microsoft.com/office/drawing/2014/main" id="{5711E54C-F006-9166-CC7B-F217541169AB}"/>
              </a:ext>
            </a:extLst>
          </p:cNvPr>
          <p:cNvSpPr>
            <a:spLocks noGrp="1"/>
          </p:cNvSpPr>
          <p:nvPr>
            <p:ph type="sldNum" sz="quarter" idx="16"/>
          </p:nvPr>
        </p:nvSpPr>
        <p:spPr>
          <a:xfrm>
            <a:off x="11300323" y="6286290"/>
            <a:ext cx="605475" cy="365760"/>
          </a:xfrm>
        </p:spPr>
        <p:txBody>
          <a:bodyPr rtlCol="0"/>
          <a:lstStyle/>
          <a:p>
            <a:pPr rtl="0"/>
            <a:fld id="{5E0677F5-4A8A-4BF1-96BE-3BAE8FBAFE2E}" type="slidenum">
              <a:rPr lang="en-US" smtClean="0"/>
              <a:pPr rtl="0"/>
              <a:t>‹Nº›</a:t>
            </a:fld>
            <a:endParaRPr lang="en-US"/>
          </a:p>
        </p:txBody>
      </p:sp>
    </p:spTree>
    <p:extLst>
      <p:ext uri="{BB962C8B-B14F-4D97-AF65-F5344CB8AC3E}">
        <p14:creationId xmlns:p14="http://schemas.microsoft.com/office/powerpoint/2010/main" val="236767985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firmación">
    <p:spTree>
      <p:nvGrpSpPr>
        <p:cNvPr id="1" name=""/>
        <p:cNvGrpSpPr/>
        <p:nvPr/>
      </p:nvGrpSpPr>
      <p:grpSpPr>
        <a:xfrm>
          <a:off x="0" y="0"/>
          <a:ext cx="0" cy="0"/>
          <a:chOff x="0" y="0"/>
          <a:chExt cx="0" cy="0"/>
        </a:xfrm>
      </p:grpSpPr>
      <p:sp>
        <p:nvSpPr>
          <p:cNvPr id="21" name="Rectángulo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2" name="Rectángulo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3" name="Rectángulo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rtlCol="0"/>
          <a:lstStyle/>
          <a:p>
            <a:pPr rtl="0"/>
            <a:r>
              <a:rPr lang="es"/>
              <a:t>Haga clic para modificar el estilo de título del patrón</a:t>
            </a:r>
          </a:p>
        </p:txBody>
      </p:sp>
      <p:sp>
        <p:nvSpPr>
          <p:cNvPr id="3" name="Rectángulo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4" name="Rectángulo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6" name="Marcador de fecha 5">
            <a:extLst>
              <a:ext uri="{FF2B5EF4-FFF2-40B4-BE49-F238E27FC236}">
                <a16:creationId xmlns:a16="http://schemas.microsoft.com/office/drawing/2014/main" id="{E9E12D21-0607-5120-F81C-6E1DA0652CFB}"/>
              </a:ext>
            </a:extLst>
          </p:cNvPr>
          <p:cNvSpPr>
            <a:spLocks noGrp="1"/>
          </p:cNvSpPr>
          <p:nvPr>
            <p:ph type="dt" sz="half" idx="14"/>
          </p:nvPr>
        </p:nvSpPr>
        <p:spPr/>
        <p:txBody>
          <a:bodyPr rtlCol="0"/>
          <a:lstStyle/>
          <a:p>
            <a:pPr rtl="0"/>
            <a:r>
              <a:rPr lang="es-EC"/>
              <a:t>24/11/2025</a:t>
            </a:r>
            <a:endParaRPr lang="en-US"/>
          </a:p>
        </p:txBody>
      </p:sp>
      <p:sp>
        <p:nvSpPr>
          <p:cNvPr id="8" name="Marcador de pie de página 7">
            <a:extLst>
              <a:ext uri="{FF2B5EF4-FFF2-40B4-BE49-F238E27FC236}">
                <a16:creationId xmlns:a16="http://schemas.microsoft.com/office/drawing/2014/main" id="{E0E9E314-CB58-F3CE-7C32-D6103621A2D5}"/>
              </a:ext>
            </a:extLst>
          </p:cNvPr>
          <p:cNvSpPr>
            <a:spLocks noGrp="1"/>
          </p:cNvSpPr>
          <p:nvPr>
            <p:ph type="ftr" sz="quarter" idx="15"/>
          </p:nvPr>
        </p:nvSpPr>
        <p:spPr/>
        <p:txBody>
          <a:bodyPr rtlCol="0"/>
          <a:lstStyle/>
          <a:p>
            <a:pPr rtl="0"/>
            <a:r>
              <a:rPr lang="es-MX"/>
              <a:t>Link del proyecto: https://github.com/gusluzard/juego_snake.git</a:t>
            </a:r>
            <a:endParaRPr lang="es"/>
          </a:p>
        </p:txBody>
      </p:sp>
      <p:sp>
        <p:nvSpPr>
          <p:cNvPr id="9" name="Marcador de número de diapositiva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10" name="Marcador de contenido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rtlCol="0"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rtl="0"/>
            <a:r>
              <a:rPr lang="es"/>
              <a:t>Haga clic para agregar la instrucción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425494267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Afirmación 2">
    <p:spTree>
      <p:nvGrpSpPr>
        <p:cNvPr id="1" name=""/>
        <p:cNvGrpSpPr/>
        <p:nvPr/>
      </p:nvGrpSpPr>
      <p:grpSpPr>
        <a:xfrm>
          <a:off x="0" y="0"/>
          <a:ext cx="0" cy="0"/>
          <a:chOff x="0" y="0"/>
          <a:chExt cx="0" cy="0"/>
        </a:xfrm>
      </p:grpSpPr>
      <p:grpSp>
        <p:nvGrpSpPr>
          <p:cNvPr id="4" name="Grupo 3">
            <a:extLst>
              <a:ext uri="{FF2B5EF4-FFF2-40B4-BE49-F238E27FC236}">
                <a16:creationId xmlns:a16="http://schemas.microsoft.com/office/drawing/2014/main" id="{D2CF1CF0-C3ED-5EA1-C726-EBAC66FC459E}"/>
              </a:ext>
            </a:extLst>
          </p:cNvPr>
          <p:cNvGrpSpPr/>
          <p:nvPr/>
        </p:nvGrpSpPr>
        <p:grpSpPr>
          <a:xfrm rot="10800000">
            <a:off x="1" y="0"/>
            <a:ext cx="12190476" cy="6858000"/>
            <a:chOff x="-9781" y="3912"/>
            <a:chExt cx="12211365" cy="6858000"/>
          </a:xfrm>
        </p:grpSpPr>
        <p:sp>
          <p:nvSpPr>
            <p:cNvPr id="5" name="Rectángulo 4">
              <a:extLst>
                <a:ext uri="{FF2B5EF4-FFF2-40B4-BE49-F238E27FC236}">
                  <a16:creationId xmlns:a16="http://schemas.microsoft.com/office/drawing/2014/main" id="{09BA6A3A-21BC-BCE6-BC2B-B42FA75A49EF}"/>
                </a:ext>
              </a:extLst>
            </p:cNvPr>
            <p:cNvSpPr/>
            <p:nvPr/>
          </p:nvSpPr>
          <p:spPr>
            <a:xfrm>
              <a:off x="-9780" y="3912"/>
              <a:ext cx="1220983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10" name="Rectángulo 9">
              <a:extLst>
                <a:ext uri="{FF2B5EF4-FFF2-40B4-BE49-F238E27FC236}">
                  <a16:creationId xmlns:a16="http://schemas.microsoft.com/office/drawing/2014/main" id="{2FB24053-097C-6D55-5E0C-0603408E5C88}"/>
                </a:ext>
              </a:extLst>
            </p:cNvPr>
            <p:cNvSpPr/>
            <p:nvPr/>
          </p:nvSpPr>
          <p:spPr>
            <a:xfrm rot="5400000" flipH="1">
              <a:off x="2666140" y="-2672008"/>
              <a:ext cx="6857996" cy="12209838"/>
            </a:xfrm>
            <a:prstGeom prst="rect">
              <a:avLst/>
            </a:prstGeom>
            <a:gradFill>
              <a:gsLst>
                <a:gs pos="0">
                  <a:schemeClr val="accent3">
                    <a:lumMod val="60000"/>
                    <a:lumOff val="40000"/>
                  </a:schemeClr>
                </a:gs>
                <a:gs pos="65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ángulo 10">
              <a:extLst>
                <a:ext uri="{FF2B5EF4-FFF2-40B4-BE49-F238E27FC236}">
                  <a16:creationId xmlns:a16="http://schemas.microsoft.com/office/drawing/2014/main" id="{67536FF5-9154-5325-5E33-F0EC96653800}"/>
                </a:ext>
              </a:extLst>
            </p:cNvPr>
            <p:cNvSpPr/>
            <p:nvPr/>
          </p:nvSpPr>
          <p:spPr>
            <a:xfrm rot="16200000" flipH="1">
              <a:off x="2666139" y="-2672007"/>
              <a:ext cx="6858000" cy="12209838"/>
            </a:xfrm>
            <a:prstGeom prst="rect">
              <a:avLst/>
            </a:prstGeom>
            <a:gradFill flip="none" rotWithShape="1">
              <a:gsLst>
                <a:gs pos="0">
                  <a:schemeClr val="accent1">
                    <a:lumMod val="75000"/>
                  </a:schemeClr>
                </a:gs>
                <a:gs pos="32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ángulo 11">
              <a:extLst>
                <a:ext uri="{FF2B5EF4-FFF2-40B4-BE49-F238E27FC236}">
                  <a16:creationId xmlns:a16="http://schemas.microsoft.com/office/drawing/2014/main" id="{4BFC185B-E462-A41C-3F22-C8625064206D}"/>
                </a:ext>
              </a:extLst>
            </p:cNvPr>
            <p:cNvSpPr/>
            <p:nvPr/>
          </p:nvSpPr>
          <p:spPr>
            <a:xfrm rot="5400000">
              <a:off x="4173989" y="-1164157"/>
              <a:ext cx="3842298" cy="12209838"/>
            </a:xfrm>
            <a:prstGeom prst="rect">
              <a:avLst/>
            </a:prstGeom>
            <a:gradFill>
              <a:gsLst>
                <a:gs pos="0">
                  <a:schemeClr val="accent6"/>
                </a:gs>
                <a:gs pos="48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ángulo 12">
              <a:extLst>
                <a:ext uri="{FF2B5EF4-FFF2-40B4-BE49-F238E27FC236}">
                  <a16:creationId xmlns:a16="http://schemas.microsoft.com/office/drawing/2014/main" id="{F49986CB-27CC-E8D1-6341-4F461EB28D7D}"/>
                </a:ext>
                <a:ext uri="{C183D7F6-B498-43B3-948B-1728B52AA6E4}">
                  <adec:decorative xmlns:adec="http://schemas.microsoft.com/office/drawing/2017/decorative" val="1"/>
                </a:ext>
              </a:extLst>
            </p:cNvPr>
            <p:cNvSpPr/>
            <p:nvPr/>
          </p:nvSpPr>
          <p:spPr>
            <a:xfrm flipH="1">
              <a:off x="5681150" y="3912"/>
              <a:ext cx="6520434" cy="6858000"/>
            </a:xfrm>
            <a:prstGeom prst="rect">
              <a:avLst/>
            </a:prstGeom>
            <a:gradFill flip="none" rotWithShape="1">
              <a:gsLst>
                <a:gs pos="8000">
                  <a:schemeClr val="bg2"/>
                </a:gs>
                <a:gs pos="71000">
                  <a:schemeClr val="accent6">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rtlCol="0"/>
          <a:lstStyle/>
          <a:p>
            <a:pPr rtl="0"/>
            <a:r>
              <a:rPr lang="es"/>
              <a:t>Haga clic para modificar el estilo de título del patrón</a:t>
            </a:r>
          </a:p>
        </p:txBody>
      </p:sp>
      <p:sp>
        <p:nvSpPr>
          <p:cNvPr id="6" name="Marcador de fecha 5">
            <a:extLst>
              <a:ext uri="{FF2B5EF4-FFF2-40B4-BE49-F238E27FC236}">
                <a16:creationId xmlns:a16="http://schemas.microsoft.com/office/drawing/2014/main" id="{E9E12D21-0607-5120-F81C-6E1DA0652CFB}"/>
              </a:ext>
            </a:extLst>
          </p:cNvPr>
          <p:cNvSpPr>
            <a:spLocks noGrp="1"/>
          </p:cNvSpPr>
          <p:nvPr>
            <p:ph type="dt" sz="half" idx="14"/>
          </p:nvPr>
        </p:nvSpPr>
        <p:spPr/>
        <p:txBody>
          <a:bodyPr rtlCol="0"/>
          <a:lstStyle/>
          <a:p>
            <a:pPr rtl="0"/>
            <a:r>
              <a:rPr lang="es-EC"/>
              <a:t>24/11/2025</a:t>
            </a:r>
            <a:endParaRPr lang="en-US"/>
          </a:p>
        </p:txBody>
      </p:sp>
      <p:sp>
        <p:nvSpPr>
          <p:cNvPr id="8" name="Marcador de pie de página 7">
            <a:extLst>
              <a:ext uri="{FF2B5EF4-FFF2-40B4-BE49-F238E27FC236}">
                <a16:creationId xmlns:a16="http://schemas.microsoft.com/office/drawing/2014/main" id="{E0E9E314-CB58-F3CE-7C32-D6103621A2D5}"/>
              </a:ext>
            </a:extLst>
          </p:cNvPr>
          <p:cNvSpPr>
            <a:spLocks noGrp="1"/>
          </p:cNvSpPr>
          <p:nvPr>
            <p:ph type="ftr" sz="quarter" idx="15"/>
          </p:nvPr>
        </p:nvSpPr>
        <p:spPr/>
        <p:txBody>
          <a:bodyPr rtlCol="0"/>
          <a:lstStyle/>
          <a:p>
            <a:pPr rtl="0"/>
            <a:r>
              <a:rPr lang="es-MX"/>
              <a:t>Link del proyecto: https://github.com/gusluzard/juego_snake.git</a:t>
            </a:r>
            <a:endParaRPr lang="es"/>
          </a:p>
        </p:txBody>
      </p:sp>
      <p:sp>
        <p:nvSpPr>
          <p:cNvPr id="9" name="Marcador de número de diapositiva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7" name="Marcador de contenido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66900" y="1926628"/>
            <a:ext cx="8420099" cy="3229900"/>
          </a:xfrm>
        </p:spPr>
        <p:txBody>
          <a:bodyPr rtlCol="0" anchor="ctr">
            <a:normAutofit/>
          </a:bodyPr>
          <a:lstStyle>
            <a:lvl1pPr marL="0" indent="0" algn="ctr">
              <a:lnSpc>
                <a:spcPct val="100000"/>
              </a:lnSpc>
              <a:buNone/>
              <a:defRPr sz="5400" b="0">
                <a:solidFill>
                  <a:schemeClr val="tx1"/>
                </a:solidFill>
              </a:defRPr>
            </a:lvl1pPr>
            <a:lvl2pPr marL="228600" indent="0" algn="ctr">
              <a:lnSpc>
                <a:spcPct val="100000"/>
              </a:lnSpc>
              <a:buNone/>
              <a:defRPr sz="4800" b="0">
                <a:solidFill>
                  <a:schemeClr val="tx1"/>
                </a:solidFill>
              </a:defRPr>
            </a:lvl2pPr>
            <a:lvl3pPr marL="457200" indent="0" algn="ctr">
              <a:lnSpc>
                <a:spcPct val="100000"/>
              </a:lnSpc>
              <a:buNone/>
              <a:defRPr sz="4400" b="0">
                <a:solidFill>
                  <a:schemeClr val="tx1"/>
                </a:solidFill>
              </a:defRPr>
            </a:lvl3pPr>
            <a:lvl4pPr marL="685800" indent="0" algn="ctr">
              <a:lnSpc>
                <a:spcPct val="100000"/>
              </a:lnSpc>
              <a:buNone/>
              <a:defRPr sz="4000" b="0">
                <a:solidFill>
                  <a:schemeClr val="tx1"/>
                </a:solidFill>
              </a:defRPr>
            </a:lvl4pPr>
            <a:lvl5pPr marL="914400" indent="0" algn="ctr">
              <a:lnSpc>
                <a:spcPct val="100000"/>
              </a:lnSpc>
              <a:buNone/>
              <a:defRPr sz="3600" b="0">
                <a:solidFill>
                  <a:schemeClr val="tx1"/>
                </a:solidFill>
              </a:defRPr>
            </a:lvl5pPr>
          </a:lstStyle>
          <a:p>
            <a:pPr lvl="0" rtl="0"/>
            <a:r>
              <a:rPr lang="es"/>
              <a:t>Haga clic para agregar una instrucción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22788033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Instrucción 3">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8FC5C2AD-3C50-C089-D649-A6D2273BB610}"/>
              </a:ext>
            </a:extLst>
          </p:cNvPr>
          <p:cNvSpPr/>
          <p:nvPr/>
        </p:nvSpPr>
        <p:spPr>
          <a:xfrm rot="16200000" flipH="1">
            <a:off x="5328160" y="-27729"/>
            <a:ext cx="1537858" cy="12189821"/>
          </a:xfrm>
          <a:prstGeom prst="rect">
            <a:avLst/>
          </a:prstGeom>
          <a:gradFill>
            <a:gsLst>
              <a:gs pos="38000">
                <a:schemeClr val="accent1">
                  <a:lumMod val="75000"/>
                  <a:alpha val="0"/>
                </a:schemeClr>
              </a:gs>
              <a:gs pos="96000">
                <a:schemeClr val="accent3">
                  <a:lumMod val="60000"/>
                  <a:lumOff val="40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rtlCol="0"/>
          <a:lstStyle/>
          <a:p>
            <a:pPr rtl="0"/>
            <a:r>
              <a:rPr lang="es"/>
              <a:t>Haga clic para modificar el estilo de título del patrón</a:t>
            </a:r>
          </a:p>
        </p:txBody>
      </p:sp>
      <p:sp>
        <p:nvSpPr>
          <p:cNvPr id="6" name="Marcador de fecha 5">
            <a:extLst>
              <a:ext uri="{FF2B5EF4-FFF2-40B4-BE49-F238E27FC236}">
                <a16:creationId xmlns:a16="http://schemas.microsoft.com/office/drawing/2014/main" id="{E9E12D21-0607-5120-F81C-6E1DA0652CFB}"/>
              </a:ext>
            </a:extLst>
          </p:cNvPr>
          <p:cNvSpPr>
            <a:spLocks noGrp="1"/>
          </p:cNvSpPr>
          <p:nvPr>
            <p:ph type="dt" sz="half" idx="14"/>
          </p:nvPr>
        </p:nvSpPr>
        <p:spPr/>
        <p:txBody>
          <a:bodyPr rtlCol="0"/>
          <a:lstStyle/>
          <a:p>
            <a:pPr rtl="0"/>
            <a:r>
              <a:rPr lang="es-EC"/>
              <a:t>24/11/2025</a:t>
            </a:r>
            <a:endParaRPr lang="en-US"/>
          </a:p>
        </p:txBody>
      </p:sp>
      <p:sp>
        <p:nvSpPr>
          <p:cNvPr id="8" name="Marcador de pie de página 7">
            <a:extLst>
              <a:ext uri="{FF2B5EF4-FFF2-40B4-BE49-F238E27FC236}">
                <a16:creationId xmlns:a16="http://schemas.microsoft.com/office/drawing/2014/main" id="{E0E9E314-CB58-F3CE-7C32-D6103621A2D5}"/>
              </a:ext>
            </a:extLst>
          </p:cNvPr>
          <p:cNvSpPr>
            <a:spLocks noGrp="1"/>
          </p:cNvSpPr>
          <p:nvPr>
            <p:ph type="ftr" sz="quarter" idx="15"/>
          </p:nvPr>
        </p:nvSpPr>
        <p:spPr/>
        <p:txBody>
          <a:bodyPr rtlCol="0"/>
          <a:lstStyle/>
          <a:p>
            <a:pPr rtl="0"/>
            <a:r>
              <a:rPr lang="es-MX"/>
              <a:t>Link del proyecto: https://github.com/gusluzard/juego_snake.git</a:t>
            </a:r>
            <a:endParaRPr lang="es"/>
          </a:p>
        </p:txBody>
      </p:sp>
      <p:sp>
        <p:nvSpPr>
          <p:cNvPr id="9" name="Marcador de número de diapositiva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10" name="Rectángulo 9">
            <a:extLst>
              <a:ext uri="{FF2B5EF4-FFF2-40B4-BE49-F238E27FC236}">
                <a16:creationId xmlns:a16="http://schemas.microsoft.com/office/drawing/2014/main" id="{B6061286-C2FC-AEA2-F983-2178EAD2A63F}"/>
              </a:ext>
            </a:extLst>
          </p:cNvPr>
          <p:cNvSpPr/>
          <p:nvPr/>
        </p:nvSpPr>
        <p:spPr>
          <a:xfrm flipH="1" flipV="1">
            <a:off x="-3" y="2058528"/>
            <a:ext cx="8585201" cy="4799472"/>
          </a:xfrm>
          <a:prstGeom prst="rect">
            <a:avLst/>
          </a:prstGeom>
          <a:gradFill flip="none" rotWithShape="1">
            <a:gsLst>
              <a:gs pos="69000">
                <a:schemeClr val="accent1">
                  <a:alpha val="0"/>
                </a:schemeClr>
              </a:gs>
              <a:gs pos="30000">
                <a:schemeClr val="accent3">
                  <a:lumMod val="60000"/>
                  <a:lumOff val="40000"/>
                  <a:alpha val="47000"/>
                </a:schemeClr>
              </a:gs>
              <a:gs pos="0">
                <a:schemeClr val="tx1">
                  <a:alpha val="88000"/>
                </a:schemeClr>
              </a:gs>
              <a:gs pos="100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12" name="Rectángulo 11">
            <a:extLst>
              <a:ext uri="{FF2B5EF4-FFF2-40B4-BE49-F238E27FC236}">
                <a16:creationId xmlns:a16="http://schemas.microsoft.com/office/drawing/2014/main" id="{94C601D0-F929-5C7E-ABB1-EDAE306F5314}"/>
              </a:ext>
            </a:extLst>
          </p:cNvPr>
          <p:cNvSpPr/>
          <p:nvPr/>
        </p:nvSpPr>
        <p:spPr>
          <a:xfrm>
            <a:off x="0" y="5298252"/>
            <a:ext cx="11044517" cy="1559747"/>
          </a:xfrm>
          <a:prstGeom prst="rect">
            <a:avLst/>
          </a:prstGeom>
          <a:gradFill>
            <a:gsLst>
              <a:gs pos="36000">
                <a:schemeClr val="accent6">
                  <a:alpha val="0"/>
                </a:schemeClr>
              </a:gs>
              <a:gs pos="91000">
                <a:schemeClr val="bg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11" name="Rectángulo 10">
            <a:extLst>
              <a:ext uri="{FF2B5EF4-FFF2-40B4-BE49-F238E27FC236}">
                <a16:creationId xmlns:a16="http://schemas.microsoft.com/office/drawing/2014/main" id="{BEF0725A-63D2-3C07-3E64-787784EF748D}"/>
              </a:ext>
            </a:extLst>
          </p:cNvPr>
          <p:cNvSpPr/>
          <p:nvPr/>
        </p:nvSpPr>
        <p:spPr>
          <a:xfrm>
            <a:off x="-1" y="1719695"/>
            <a:ext cx="12189822" cy="357855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Marcador de contenido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74320" y="952500"/>
            <a:ext cx="9296400" cy="3578557"/>
          </a:xfrm>
        </p:spPr>
        <p:txBody>
          <a:bodyPr rtlCol="0" anchor="t">
            <a:noAutofit/>
          </a:bodyPr>
          <a:lstStyle>
            <a:lvl1pPr marL="0" indent="0">
              <a:lnSpc>
                <a:spcPct val="100000"/>
              </a:lnSpc>
              <a:buNone/>
              <a:defRPr sz="5000" b="0">
                <a:solidFill>
                  <a:schemeClr val="tx1"/>
                </a:solidFill>
              </a:defRPr>
            </a:lvl1pPr>
            <a:lvl2pPr marL="228600" indent="0">
              <a:lnSpc>
                <a:spcPct val="100000"/>
              </a:lnSpc>
              <a:buNone/>
              <a:defRPr sz="4400" b="0">
                <a:solidFill>
                  <a:schemeClr val="tx1"/>
                </a:solidFill>
              </a:defRPr>
            </a:lvl2pPr>
            <a:lvl3pPr marL="457200" indent="0">
              <a:lnSpc>
                <a:spcPct val="100000"/>
              </a:lnSpc>
              <a:buNone/>
              <a:defRPr sz="3200" b="0">
                <a:solidFill>
                  <a:schemeClr val="tx1"/>
                </a:solidFill>
              </a:defRPr>
            </a:lvl3pPr>
            <a:lvl4pPr marL="685800" indent="0">
              <a:lnSpc>
                <a:spcPct val="100000"/>
              </a:lnSpc>
              <a:buNone/>
              <a:defRPr sz="3200" b="0">
                <a:solidFill>
                  <a:schemeClr val="tx1"/>
                </a:solidFill>
              </a:defRPr>
            </a:lvl4pPr>
            <a:lvl5pPr marL="914400" indent="0">
              <a:lnSpc>
                <a:spcPct val="100000"/>
              </a:lnSpc>
              <a:buNone/>
              <a:defRPr sz="3200" b="0">
                <a:solidFill>
                  <a:schemeClr val="tx1"/>
                </a:solidFill>
              </a:defRPr>
            </a:lvl5pPr>
          </a:lstStyle>
          <a:p>
            <a:pPr lvl="0" rtl="0"/>
            <a:r>
              <a:rPr lang="es"/>
              <a:t>Haga clic para agregar una instrucción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212462856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Instrucción 4">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rtlCol="0"/>
          <a:lstStyle/>
          <a:p>
            <a:pPr rtl="0"/>
            <a:r>
              <a:rPr lang="es"/>
              <a:t>Haga clic para modificar el estilo de título del patrón</a:t>
            </a:r>
          </a:p>
        </p:txBody>
      </p:sp>
      <p:sp>
        <p:nvSpPr>
          <p:cNvPr id="13" name="Rectángulo 12">
            <a:extLst>
              <a:ext uri="{FF2B5EF4-FFF2-40B4-BE49-F238E27FC236}">
                <a16:creationId xmlns:a16="http://schemas.microsoft.com/office/drawing/2014/main" id="{F49986CB-27CC-E8D1-6341-4F461EB28D7D}"/>
              </a:ext>
              <a:ext uri="{C183D7F6-B498-43B3-948B-1728B52AA6E4}">
                <adec:decorative xmlns:adec="http://schemas.microsoft.com/office/drawing/2017/decorative" val="1"/>
              </a:ext>
            </a:extLst>
          </p:cNvPr>
          <p:cNvSpPr/>
          <p:nvPr/>
        </p:nvSpPr>
        <p:spPr>
          <a:xfrm flipH="1">
            <a:off x="8055" y="3"/>
            <a:ext cx="5597866" cy="6857997"/>
          </a:xfrm>
          <a:prstGeom prst="rect">
            <a:avLst/>
          </a:prstGeom>
          <a:gradFill flip="none" rotWithShape="1">
            <a:gsLst>
              <a:gs pos="1149">
                <a:schemeClr val="bg2">
                  <a:alpha val="0"/>
                </a:schemeClr>
              </a:gs>
              <a:gs pos="31000">
                <a:schemeClr val="bg2"/>
              </a:gs>
              <a:gs pos="78000">
                <a:schemeClr val="accent6">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ángulo 9">
            <a:extLst>
              <a:ext uri="{FF2B5EF4-FFF2-40B4-BE49-F238E27FC236}">
                <a16:creationId xmlns:a16="http://schemas.microsoft.com/office/drawing/2014/main" id="{2FB24053-097C-6D55-5E0C-0603408E5C88}"/>
              </a:ext>
            </a:extLst>
          </p:cNvPr>
          <p:cNvSpPr/>
          <p:nvPr userDrawn="1"/>
        </p:nvSpPr>
        <p:spPr>
          <a:xfrm rot="16200000" flipH="1">
            <a:off x="-801968" y="801971"/>
            <a:ext cx="6647886" cy="5043946"/>
          </a:xfrm>
          <a:prstGeom prst="rect">
            <a:avLst/>
          </a:prstGeom>
          <a:gradFill flip="none" rotWithShape="1">
            <a:gsLst>
              <a:gs pos="0">
                <a:schemeClr val="accent3">
                  <a:lumMod val="60000"/>
                  <a:lumOff val="40000"/>
                </a:schemeClr>
              </a:gs>
              <a:gs pos="64000">
                <a:schemeClr val="accent1">
                  <a:lumMod val="75000"/>
                  <a:alpha val="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Marcador de fecha 5">
            <a:extLst>
              <a:ext uri="{FF2B5EF4-FFF2-40B4-BE49-F238E27FC236}">
                <a16:creationId xmlns:a16="http://schemas.microsoft.com/office/drawing/2014/main" id="{E9E12D21-0607-5120-F81C-6E1DA0652CFB}"/>
              </a:ext>
            </a:extLst>
          </p:cNvPr>
          <p:cNvSpPr>
            <a:spLocks noGrp="1"/>
          </p:cNvSpPr>
          <p:nvPr>
            <p:ph type="dt" sz="half" idx="14"/>
          </p:nvPr>
        </p:nvSpPr>
        <p:spPr/>
        <p:txBody>
          <a:bodyPr rtlCol="0"/>
          <a:lstStyle/>
          <a:p>
            <a:pPr rtl="0"/>
            <a:r>
              <a:rPr lang="es-EC"/>
              <a:t>24/11/2025</a:t>
            </a:r>
            <a:endParaRPr lang="en-US"/>
          </a:p>
        </p:txBody>
      </p:sp>
      <p:sp>
        <p:nvSpPr>
          <p:cNvPr id="8" name="Marcador de pie de página 7">
            <a:extLst>
              <a:ext uri="{FF2B5EF4-FFF2-40B4-BE49-F238E27FC236}">
                <a16:creationId xmlns:a16="http://schemas.microsoft.com/office/drawing/2014/main" id="{E0E9E314-CB58-F3CE-7C32-D6103621A2D5}"/>
              </a:ext>
            </a:extLst>
          </p:cNvPr>
          <p:cNvSpPr>
            <a:spLocks noGrp="1"/>
          </p:cNvSpPr>
          <p:nvPr>
            <p:ph type="ftr" sz="quarter" idx="15"/>
          </p:nvPr>
        </p:nvSpPr>
        <p:spPr>
          <a:xfrm>
            <a:off x="5212080" y="210114"/>
            <a:ext cx="2509284" cy="365760"/>
          </a:xfrm>
        </p:spPr>
        <p:txBody>
          <a:bodyPr rtlCol="0"/>
          <a:lstStyle/>
          <a:p>
            <a:pPr rtl="0"/>
            <a:r>
              <a:rPr lang="es-MX"/>
              <a:t>Link del proyecto: https://github.com/gusluzard/juego_snake.git</a:t>
            </a:r>
            <a:endParaRPr lang="es"/>
          </a:p>
        </p:txBody>
      </p:sp>
      <p:sp>
        <p:nvSpPr>
          <p:cNvPr id="9" name="Marcador de número de diapositiva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3" name="Rectángulo 2">
            <a:extLst>
              <a:ext uri="{FF2B5EF4-FFF2-40B4-BE49-F238E27FC236}">
                <a16:creationId xmlns:a16="http://schemas.microsoft.com/office/drawing/2014/main" id="{B3000478-6B9C-F9F2-C4B5-C9452F94C79C}"/>
              </a:ext>
            </a:extLst>
          </p:cNvPr>
          <p:cNvSpPr/>
          <p:nvPr userDrawn="1"/>
        </p:nvSpPr>
        <p:spPr>
          <a:xfrm rot="5400000" flipH="1">
            <a:off x="-433217" y="436937"/>
            <a:ext cx="6838297" cy="6003826"/>
          </a:xfrm>
          <a:prstGeom prst="rect">
            <a:avLst/>
          </a:prstGeom>
          <a:gradFill flip="none" rotWithShape="1">
            <a:gsLst>
              <a:gs pos="23000">
                <a:schemeClr val="bg2"/>
              </a:gs>
              <a:gs pos="55000">
                <a:schemeClr val="bg2">
                  <a:alpha val="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ángulo 10">
            <a:extLst>
              <a:ext uri="{FF2B5EF4-FFF2-40B4-BE49-F238E27FC236}">
                <a16:creationId xmlns:a16="http://schemas.microsoft.com/office/drawing/2014/main" id="{67536FF5-9154-5325-5E33-F0EC96653800}"/>
              </a:ext>
            </a:extLst>
          </p:cNvPr>
          <p:cNvSpPr/>
          <p:nvPr userDrawn="1"/>
        </p:nvSpPr>
        <p:spPr>
          <a:xfrm rot="5400000" flipH="1">
            <a:off x="3491683" y="1418303"/>
            <a:ext cx="1932033" cy="8947354"/>
          </a:xfrm>
          <a:prstGeom prst="rect">
            <a:avLst/>
          </a:prstGeom>
          <a:gradFill flip="none" rotWithShape="1">
            <a:gsLst>
              <a:gs pos="0">
                <a:schemeClr val="accent4"/>
              </a:gs>
              <a:gs pos="53000">
                <a:schemeClr val="bg2">
                  <a:alpha val="0"/>
                </a:schemeClr>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Marcador de contenido 9">
            <a:extLst>
              <a:ext uri="{FF2B5EF4-FFF2-40B4-BE49-F238E27FC236}">
                <a16:creationId xmlns:a16="http://schemas.microsoft.com/office/drawing/2014/main" id="{9EC4EF12-D46B-1903-6274-05152A8CAB65}"/>
              </a:ext>
            </a:extLst>
          </p:cNvPr>
          <p:cNvSpPr>
            <a:spLocks noGrp="1"/>
          </p:cNvSpPr>
          <p:nvPr>
            <p:ph sz="quarter" idx="17" hasCustomPrompt="1"/>
          </p:nvPr>
        </p:nvSpPr>
        <p:spPr>
          <a:xfrm>
            <a:off x="5212080" y="762000"/>
            <a:ext cx="5717459" cy="5334000"/>
          </a:xfrm>
        </p:spPr>
        <p:txBody>
          <a:bodyPr rtlCol="0" anchor="t">
            <a:normAutofit/>
          </a:bodyPr>
          <a:lstStyle>
            <a:lvl1pPr>
              <a:lnSpc>
                <a:spcPct val="100000"/>
              </a:lnSpc>
              <a:defRPr sz="4800"/>
            </a:lvl1pPr>
            <a:lvl2pPr>
              <a:lnSpc>
                <a:spcPct val="100000"/>
              </a:lnSpc>
              <a:defRPr sz="4400"/>
            </a:lvl2pPr>
            <a:lvl3pPr>
              <a:lnSpc>
                <a:spcPct val="100000"/>
              </a:lnSpc>
              <a:defRPr sz="4000"/>
            </a:lvl3pPr>
            <a:lvl4pPr>
              <a:lnSpc>
                <a:spcPct val="100000"/>
              </a:lnSpc>
              <a:defRPr sz="3600"/>
            </a:lvl4pPr>
            <a:lvl5pPr>
              <a:lnSpc>
                <a:spcPct val="100000"/>
              </a:lnSpc>
              <a:defRPr sz="3200"/>
            </a:lvl5pPr>
          </a:lstStyle>
          <a:p>
            <a:pPr lvl="0" rtl="0"/>
            <a:r>
              <a:rPr lang="es"/>
              <a:t>Haga clic para agregar la instrucción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196267140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ita">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8" name="Rectángulo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rtl="0"/>
            <a:endParaRPr lang="en-US">
              <a:solidFill>
                <a:schemeClr val="tx1"/>
              </a:solidFill>
            </a:endParaRPr>
          </a:p>
        </p:txBody>
      </p:sp>
      <p:sp>
        <p:nvSpPr>
          <p:cNvPr id="9" name="Rectángulo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ángulo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ítulo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rtlCol="0" anchor="ctr">
            <a:normAutofit/>
          </a:bodyPr>
          <a:lstStyle>
            <a:lvl1pPr marL="137160" indent="-137160">
              <a:lnSpc>
                <a:spcPct val="100000"/>
              </a:lnSpc>
              <a:defRPr sz="2000">
                <a:solidFill>
                  <a:schemeClr val="tx1"/>
                </a:solidFill>
              </a:defRPr>
            </a:lvl1pPr>
          </a:lstStyle>
          <a:p>
            <a:pPr rtl="0"/>
            <a:r>
              <a:rPr lang="es"/>
              <a:t>Autor de la cita</a:t>
            </a:r>
          </a:p>
        </p:txBody>
      </p:sp>
      <p:sp>
        <p:nvSpPr>
          <p:cNvPr id="3" name="Marcador de fecha 2">
            <a:extLst>
              <a:ext uri="{FF2B5EF4-FFF2-40B4-BE49-F238E27FC236}">
                <a16:creationId xmlns:a16="http://schemas.microsoft.com/office/drawing/2014/main" id="{49A78CD0-57A9-DB86-E3A3-40628E6D68B7}"/>
              </a:ext>
            </a:extLst>
          </p:cNvPr>
          <p:cNvSpPr>
            <a:spLocks noGrp="1"/>
          </p:cNvSpPr>
          <p:nvPr>
            <p:ph type="dt" sz="half" idx="10"/>
          </p:nvPr>
        </p:nvSpPr>
        <p:spPr/>
        <p:txBody>
          <a:bodyPr rtlCol="0"/>
          <a:lstStyle>
            <a:lvl1pPr>
              <a:defRPr>
                <a:solidFill>
                  <a:schemeClr val="tx1"/>
                </a:solidFill>
              </a:defRPr>
            </a:lvl1pPr>
          </a:lstStyle>
          <a:p>
            <a:pPr rtl="0"/>
            <a:r>
              <a:rPr lang="es-EC"/>
              <a:t>24/11/2025</a:t>
            </a:r>
            <a:endParaRPr lang="en-US"/>
          </a:p>
        </p:txBody>
      </p:sp>
      <p:sp>
        <p:nvSpPr>
          <p:cNvPr id="4" name="Marcador de pie de página 3">
            <a:extLst>
              <a:ext uri="{FF2B5EF4-FFF2-40B4-BE49-F238E27FC236}">
                <a16:creationId xmlns:a16="http://schemas.microsoft.com/office/drawing/2014/main" id="{B54C2DF4-76B6-1299-74E1-66F403C01A3C}"/>
              </a:ext>
            </a:extLst>
          </p:cNvPr>
          <p:cNvSpPr>
            <a:spLocks noGrp="1"/>
          </p:cNvSpPr>
          <p:nvPr>
            <p:ph type="ftr" sz="quarter" idx="11"/>
          </p:nvPr>
        </p:nvSpPr>
        <p:spPr/>
        <p:txBody>
          <a:bodyPr rtlCol="0"/>
          <a:lstStyle>
            <a:lvl1pPr>
              <a:defRPr>
                <a:solidFill>
                  <a:schemeClr val="tx1"/>
                </a:solidFill>
              </a:defRPr>
            </a:lvl1pPr>
          </a:lstStyle>
          <a:p>
            <a:pPr rtl="0"/>
            <a:r>
              <a:rPr lang="es-MX"/>
              <a:t>Link del proyecto: https://github.com/gusluzard/juego_snake.git</a:t>
            </a:r>
            <a:endParaRPr lang="es"/>
          </a:p>
        </p:txBody>
      </p:sp>
      <p:sp>
        <p:nvSpPr>
          <p:cNvPr id="5" name="Marcador de número de diapositiva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rtlCol="0"/>
          <a:lstStyle>
            <a:lvl1pPr>
              <a:defRPr>
                <a:solidFill>
                  <a:schemeClr val="tx1"/>
                </a:solidFill>
              </a:defRPr>
            </a:lvl1pPr>
          </a:lstStyle>
          <a:p>
            <a:pPr rtl="0"/>
            <a:fld id="{5E0677F5-4A8A-4BF1-96BE-3BAE8FBAFE2E}" type="slidenum">
              <a:rPr lang="en-US" smtClean="0"/>
              <a:pPr rtl="0"/>
              <a:t>‹Nº›</a:t>
            </a:fld>
            <a:endParaRPr lang="en-US"/>
          </a:p>
        </p:txBody>
      </p:sp>
      <p:sp>
        <p:nvSpPr>
          <p:cNvPr id="7" name="Marcador de contenido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rtl="0"/>
            <a:r>
              <a:rPr lang="es"/>
              <a:t>Haga clic para agregar cita</a:t>
            </a:r>
          </a:p>
          <a:p>
            <a:pPr lvl="1" rtl="0"/>
            <a:r>
              <a:rPr lang="es"/>
              <a:t>Segundo nivel</a:t>
            </a:r>
          </a:p>
          <a:p>
            <a:pPr lvl="2" rtl="0"/>
            <a:r>
              <a:rPr lang="es"/>
              <a:t>Tercer nivel</a:t>
            </a:r>
          </a:p>
          <a:p>
            <a:pPr lvl="3" rtl="0"/>
            <a:r>
              <a:rPr lang="es"/>
              <a:t>Cuarto nivel</a:t>
            </a:r>
          </a:p>
          <a:p>
            <a:pPr lvl="4" rtl="0"/>
            <a:r>
              <a:rPr lang="es"/>
              <a:t>Quinto nivel</a:t>
            </a:r>
          </a:p>
        </p:txBody>
      </p:sp>
      <p:cxnSp>
        <p:nvCxnSpPr>
          <p:cNvPr id="6" name="Conector recto 5">
            <a:extLst>
              <a:ext uri="{FF2B5EF4-FFF2-40B4-BE49-F238E27FC236}">
                <a16:creationId xmlns:a16="http://schemas.microsoft.com/office/drawing/2014/main" id="{8D1ECC83-D6FA-D54B-81F2-EE93577E016F}"/>
              </a:ext>
            </a:extLst>
          </p:cNvPr>
          <p:cNvCxnSpPr>
            <a:cxnSpLocks/>
          </p:cNvCxnSpPr>
          <p:nvPr userDrawn="1"/>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501327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ita 2">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DA35383F-36EC-D5B0-180D-4D5F853027D1}"/>
              </a:ext>
            </a:extLst>
          </p:cNvPr>
          <p:cNvSpPr/>
          <p:nvPr/>
        </p:nvSpPr>
        <p:spPr>
          <a:xfrm flipH="1">
            <a:off x="-1" y="0"/>
            <a:ext cx="12192002" cy="6858000"/>
          </a:xfrm>
          <a:prstGeom prst="rect">
            <a:avLst/>
          </a:prstGeom>
          <a:gradFill flip="none" rotWithShape="1">
            <a:gsLst>
              <a:gs pos="10000">
                <a:schemeClr val="accent3">
                  <a:lumMod val="60000"/>
                  <a:lumOff val="40000"/>
                  <a:alpha val="75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5" name="Rectángulo 14">
            <a:extLst>
              <a:ext uri="{FF2B5EF4-FFF2-40B4-BE49-F238E27FC236}">
                <a16:creationId xmlns:a16="http://schemas.microsoft.com/office/drawing/2014/main" id="{CCB5E5C4-3819-D8FF-73C4-648E36786FBE}"/>
              </a:ext>
            </a:extLst>
          </p:cNvPr>
          <p:cNvSpPr/>
          <p:nvPr/>
        </p:nvSpPr>
        <p:spPr>
          <a:xfrm>
            <a:off x="1524" y="0"/>
            <a:ext cx="12188952" cy="6858000"/>
          </a:xfrm>
          <a:prstGeom prst="rect">
            <a:avLst/>
          </a:prstGeom>
          <a:gradFill>
            <a:gsLst>
              <a:gs pos="27000">
                <a:schemeClr val="accent2">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6" name="Rectángulo 15">
            <a:extLst>
              <a:ext uri="{FF2B5EF4-FFF2-40B4-BE49-F238E27FC236}">
                <a16:creationId xmlns:a16="http://schemas.microsoft.com/office/drawing/2014/main" id="{5FEFB336-7C01-1B2B-DE9C-135CE71E2AF4}"/>
              </a:ext>
            </a:extLst>
          </p:cNvPr>
          <p:cNvSpPr/>
          <p:nvPr/>
        </p:nvSpPr>
        <p:spPr>
          <a:xfrm rot="10800000" flipH="1">
            <a:off x="3048" y="1"/>
            <a:ext cx="12188952" cy="5601805"/>
          </a:xfrm>
          <a:prstGeom prst="rect">
            <a:avLst/>
          </a:prstGeom>
          <a:gradFill flip="none" rotWithShape="1">
            <a:gsLst>
              <a:gs pos="56000">
                <a:schemeClr val="accent1">
                  <a:alpha val="0"/>
                </a:schemeClr>
              </a:gs>
              <a:gs pos="89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2" name="Título 1">
            <a:extLst>
              <a:ext uri="{FF2B5EF4-FFF2-40B4-BE49-F238E27FC236}">
                <a16:creationId xmlns:a16="http://schemas.microsoft.com/office/drawing/2014/main" id="{823F0761-EA67-F7D1-62E4-095EADA262F0}"/>
              </a:ext>
            </a:extLst>
          </p:cNvPr>
          <p:cNvSpPr>
            <a:spLocks noGrp="1"/>
          </p:cNvSpPr>
          <p:nvPr>
            <p:ph type="title" hasCustomPrompt="1"/>
          </p:nvPr>
        </p:nvSpPr>
        <p:spPr>
          <a:xfrm>
            <a:off x="2475326" y="4967784"/>
            <a:ext cx="7241347" cy="1052015"/>
          </a:xfrm>
        </p:spPr>
        <p:txBody>
          <a:bodyPr rtlCol="0" anchor="ctr">
            <a:normAutofit/>
          </a:bodyPr>
          <a:lstStyle>
            <a:lvl1pPr marL="137160" indent="-137160">
              <a:lnSpc>
                <a:spcPct val="100000"/>
              </a:lnSpc>
              <a:defRPr sz="2000">
                <a:solidFill>
                  <a:schemeClr val="tx1"/>
                </a:solidFill>
              </a:defRPr>
            </a:lvl1pPr>
          </a:lstStyle>
          <a:p>
            <a:pPr rtl="0"/>
            <a:r>
              <a:rPr lang="es"/>
              <a:t>Autor de la cita</a:t>
            </a:r>
          </a:p>
        </p:txBody>
      </p:sp>
      <p:sp>
        <p:nvSpPr>
          <p:cNvPr id="3" name="Marcador de fecha 2">
            <a:extLst>
              <a:ext uri="{FF2B5EF4-FFF2-40B4-BE49-F238E27FC236}">
                <a16:creationId xmlns:a16="http://schemas.microsoft.com/office/drawing/2014/main" id="{49A78CD0-57A9-DB86-E3A3-40628E6D68B7}"/>
              </a:ext>
            </a:extLst>
          </p:cNvPr>
          <p:cNvSpPr>
            <a:spLocks noGrp="1"/>
          </p:cNvSpPr>
          <p:nvPr>
            <p:ph type="dt" sz="half" idx="10"/>
          </p:nvPr>
        </p:nvSpPr>
        <p:spPr/>
        <p:txBody>
          <a:bodyPr rtlCol="0"/>
          <a:lstStyle>
            <a:lvl1pPr>
              <a:defRPr>
                <a:solidFill>
                  <a:schemeClr val="tx1"/>
                </a:solidFill>
              </a:defRPr>
            </a:lvl1pPr>
          </a:lstStyle>
          <a:p>
            <a:pPr rtl="0"/>
            <a:r>
              <a:rPr lang="es-EC"/>
              <a:t>24/11/2025</a:t>
            </a:r>
            <a:endParaRPr lang="en-US"/>
          </a:p>
        </p:txBody>
      </p:sp>
      <p:sp>
        <p:nvSpPr>
          <p:cNvPr id="4" name="Marcador de pie de página 3">
            <a:extLst>
              <a:ext uri="{FF2B5EF4-FFF2-40B4-BE49-F238E27FC236}">
                <a16:creationId xmlns:a16="http://schemas.microsoft.com/office/drawing/2014/main" id="{B54C2DF4-76B6-1299-74E1-66F403C01A3C}"/>
              </a:ext>
            </a:extLst>
          </p:cNvPr>
          <p:cNvSpPr>
            <a:spLocks noGrp="1"/>
          </p:cNvSpPr>
          <p:nvPr>
            <p:ph type="ftr" sz="quarter" idx="11"/>
          </p:nvPr>
        </p:nvSpPr>
        <p:spPr/>
        <p:txBody>
          <a:bodyPr rtlCol="0"/>
          <a:lstStyle>
            <a:lvl1pPr>
              <a:defRPr>
                <a:solidFill>
                  <a:schemeClr val="tx1"/>
                </a:solidFill>
              </a:defRPr>
            </a:lvl1pPr>
          </a:lstStyle>
          <a:p>
            <a:pPr rtl="0"/>
            <a:r>
              <a:rPr lang="es-MX"/>
              <a:t>Link del proyecto: https://github.com/gusluzard/juego_snake.git</a:t>
            </a:r>
            <a:endParaRPr lang="es"/>
          </a:p>
        </p:txBody>
      </p:sp>
      <p:sp>
        <p:nvSpPr>
          <p:cNvPr id="5" name="Marcador de número de diapositiva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rtlCol="0"/>
          <a:lstStyle>
            <a:lvl1pPr>
              <a:defRPr>
                <a:solidFill>
                  <a:schemeClr val="tx1"/>
                </a:solidFill>
              </a:defRPr>
            </a:lvl1pPr>
          </a:lstStyle>
          <a:p>
            <a:pPr rtl="0"/>
            <a:fld id="{5E0677F5-4A8A-4BF1-96BE-3BAE8FBAFE2E}" type="slidenum">
              <a:rPr lang="en-US" smtClean="0"/>
              <a:pPr rtl="0"/>
              <a:t>‹Nº›</a:t>
            </a:fld>
            <a:endParaRPr lang="en-US"/>
          </a:p>
        </p:txBody>
      </p:sp>
      <p:sp>
        <p:nvSpPr>
          <p:cNvPr id="7" name="Marcador de contenido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2475326" y="1405719"/>
            <a:ext cx="7241347" cy="3261814"/>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rtl="0"/>
            <a:r>
              <a:rPr lang="es"/>
              <a:t>Haga clic para agregar cita</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49484912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ita 3">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712C5369-3140-EE0E-90D0-D10162CA9486}"/>
              </a:ext>
            </a:extLst>
          </p:cNvPr>
          <p:cNvSpPr/>
          <p:nvPr/>
        </p:nvSpPr>
        <p:spPr>
          <a:xfrm flipH="1">
            <a:off x="8215952" y="0"/>
            <a:ext cx="3976048" cy="6858000"/>
          </a:xfrm>
          <a:prstGeom prst="rect">
            <a:avLst/>
          </a:prstGeom>
          <a:gradFill>
            <a:gsLst>
              <a:gs pos="51000">
                <a:schemeClr val="bg2">
                  <a:alpha val="0"/>
                </a:schemeClr>
              </a:gs>
              <a:gs pos="100000">
                <a:schemeClr val="accent1">
                  <a:lumMod val="75000"/>
                  <a:alpha val="80000"/>
                </a:schemeClr>
              </a:gs>
            </a:gsLst>
            <a:lin ang="11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823F0761-EA67-F7D1-62E4-095EADA262F0}"/>
              </a:ext>
            </a:extLst>
          </p:cNvPr>
          <p:cNvSpPr>
            <a:spLocks noGrp="1"/>
          </p:cNvSpPr>
          <p:nvPr>
            <p:ph type="title" hasCustomPrompt="1"/>
          </p:nvPr>
        </p:nvSpPr>
        <p:spPr>
          <a:xfrm>
            <a:off x="274320" y="5336274"/>
            <a:ext cx="8607140" cy="683525"/>
          </a:xfrm>
        </p:spPr>
        <p:txBody>
          <a:bodyPr rtlCol="0" anchor="ctr">
            <a:normAutofit/>
          </a:bodyPr>
          <a:lstStyle>
            <a:lvl1pPr marL="137160" indent="-137160">
              <a:defRPr sz="1800"/>
            </a:lvl1pPr>
          </a:lstStyle>
          <a:p>
            <a:pPr rtl="0"/>
            <a:r>
              <a:rPr lang="es"/>
              <a:t>Autor de la cita</a:t>
            </a:r>
          </a:p>
        </p:txBody>
      </p:sp>
      <p:sp>
        <p:nvSpPr>
          <p:cNvPr id="8" name="Rectángulo 7">
            <a:extLst>
              <a:ext uri="{FF2B5EF4-FFF2-40B4-BE49-F238E27FC236}">
                <a16:creationId xmlns:a16="http://schemas.microsoft.com/office/drawing/2014/main" id="{5A820F3D-C559-60AA-7FD0-657FB2431DB3}"/>
              </a:ext>
            </a:extLst>
          </p:cNvPr>
          <p:cNvSpPr/>
          <p:nvPr/>
        </p:nvSpPr>
        <p:spPr>
          <a:xfrm flipH="1">
            <a:off x="8215952" y="0"/>
            <a:ext cx="3976048" cy="6858000"/>
          </a:xfrm>
          <a:prstGeom prst="rect">
            <a:avLst/>
          </a:prstGeom>
          <a:gradFill>
            <a:gsLst>
              <a:gs pos="75000">
                <a:schemeClr val="bg2">
                  <a:alpha val="0"/>
                </a:schemeClr>
              </a:gs>
              <a:gs pos="96000">
                <a:schemeClr val="accent3">
                  <a:lumMod val="60000"/>
                  <a:lumOff val="40000"/>
                  <a:alpha val="65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cxnSp>
        <p:nvCxnSpPr>
          <p:cNvPr id="9" name="Conector recto 8">
            <a:extLst>
              <a:ext uri="{FF2B5EF4-FFF2-40B4-BE49-F238E27FC236}">
                <a16:creationId xmlns:a16="http://schemas.microsoft.com/office/drawing/2014/main" id="{03E200B1-3B6B-802E-E076-92826DD27EA2}"/>
              </a:ext>
            </a:extLst>
          </p:cNvPr>
          <p:cNvCxnSpPr>
            <a:cxnSpLocks/>
          </p:cNvCxnSpPr>
          <p:nvPr/>
        </p:nvCxnSpPr>
        <p:spPr>
          <a:xfrm flipH="1">
            <a:off x="394716" y="489532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10" name="Marcador de fecha 9">
            <a:extLst>
              <a:ext uri="{FF2B5EF4-FFF2-40B4-BE49-F238E27FC236}">
                <a16:creationId xmlns:a16="http://schemas.microsoft.com/office/drawing/2014/main" id="{6CBAF11E-83FD-0A35-2B1B-893C4D55AE9F}"/>
              </a:ext>
            </a:extLst>
          </p:cNvPr>
          <p:cNvSpPr>
            <a:spLocks noGrp="1"/>
          </p:cNvSpPr>
          <p:nvPr>
            <p:ph type="dt" sz="half" idx="14"/>
          </p:nvPr>
        </p:nvSpPr>
        <p:spPr/>
        <p:txBody>
          <a:bodyPr rtlCol="0"/>
          <a:lstStyle/>
          <a:p>
            <a:pPr rtl="0"/>
            <a:r>
              <a:rPr lang="es-EC"/>
              <a:t>24/11/2025</a:t>
            </a:r>
            <a:endParaRPr lang="en-US"/>
          </a:p>
        </p:txBody>
      </p:sp>
      <p:sp>
        <p:nvSpPr>
          <p:cNvPr id="11" name="Marcador de pie de página 10">
            <a:extLst>
              <a:ext uri="{FF2B5EF4-FFF2-40B4-BE49-F238E27FC236}">
                <a16:creationId xmlns:a16="http://schemas.microsoft.com/office/drawing/2014/main" id="{2C8F38B5-19FF-BF8F-54FC-894E66C40672}"/>
              </a:ext>
            </a:extLst>
          </p:cNvPr>
          <p:cNvSpPr>
            <a:spLocks noGrp="1"/>
          </p:cNvSpPr>
          <p:nvPr>
            <p:ph type="ftr" sz="quarter" idx="15"/>
          </p:nvPr>
        </p:nvSpPr>
        <p:spPr/>
        <p:txBody>
          <a:bodyPr rtlCol="0"/>
          <a:lstStyle/>
          <a:p>
            <a:pPr rtl="0"/>
            <a:r>
              <a:rPr lang="es-MX"/>
              <a:t>Link del proyecto: https://github.com/gusluzard/juego_snake.git</a:t>
            </a:r>
            <a:endParaRPr lang="es"/>
          </a:p>
        </p:txBody>
      </p:sp>
      <p:sp>
        <p:nvSpPr>
          <p:cNvPr id="12" name="Marcador de número de diapositiva 11">
            <a:extLst>
              <a:ext uri="{FF2B5EF4-FFF2-40B4-BE49-F238E27FC236}">
                <a16:creationId xmlns:a16="http://schemas.microsoft.com/office/drawing/2014/main" id="{851EB385-BC70-148F-174E-479BEC0F52E8}"/>
              </a:ext>
            </a:extLst>
          </p:cNvPr>
          <p:cNvSpPr>
            <a:spLocks noGrp="1"/>
          </p:cNvSpPr>
          <p:nvPr>
            <p:ph type="sldNum" sz="quarter" idx="16"/>
          </p:nvPr>
        </p:nvSpPr>
        <p:spPr/>
        <p:txBody>
          <a:bodyPr rtlCol="0"/>
          <a:lstStyle/>
          <a:p>
            <a:pPr rtl="0"/>
            <a:fld id="{5E0677F5-4A8A-4BF1-96BE-3BAE8FBAFE2E}" type="slidenum">
              <a:rPr lang="en-US" smtClean="0"/>
              <a:pPr rtl="0"/>
              <a:t>‹Nº›</a:t>
            </a:fld>
            <a:endParaRPr lang="en-US"/>
          </a:p>
        </p:txBody>
      </p:sp>
      <p:sp>
        <p:nvSpPr>
          <p:cNvPr id="7" name="Marcador de contenido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274320" y="1714500"/>
            <a:ext cx="8587285" cy="2625487"/>
          </a:xfrm>
        </p:spPr>
        <p:txBody>
          <a:bodyPr rtlCol="0" anchor="ctr">
            <a:noAutofit/>
          </a:bodyPr>
          <a:lstStyle>
            <a:lvl1pPr marL="0" indent="0">
              <a:lnSpc>
                <a:spcPct val="100000"/>
              </a:lnSpc>
              <a:buNone/>
              <a:defRPr sz="4400" b="0">
                <a:solidFill>
                  <a:schemeClr val="tx1"/>
                </a:solidFill>
              </a:defRPr>
            </a:lvl1pPr>
            <a:lvl2pPr marL="228600" indent="0">
              <a:lnSpc>
                <a:spcPct val="100000"/>
              </a:lnSpc>
              <a:buNone/>
              <a:defRPr sz="4400" b="0">
                <a:solidFill>
                  <a:schemeClr val="tx1"/>
                </a:solidFill>
              </a:defRPr>
            </a:lvl2pPr>
            <a:lvl3pPr marL="457200" indent="0">
              <a:lnSpc>
                <a:spcPct val="100000"/>
              </a:lnSpc>
              <a:buNone/>
              <a:defRPr sz="4000" b="0">
                <a:solidFill>
                  <a:schemeClr val="tx1"/>
                </a:solidFill>
              </a:defRPr>
            </a:lvl3pPr>
            <a:lvl4pPr marL="685800" indent="0">
              <a:lnSpc>
                <a:spcPct val="100000"/>
              </a:lnSpc>
              <a:buNone/>
              <a:defRPr sz="3600" b="0">
                <a:solidFill>
                  <a:schemeClr val="tx1"/>
                </a:solidFill>
              </a:defRPr>
            </a:lvl4pPr>
            <a:lvl5pPr marL="914400" indent="0">
              <a:lnSpc>
                <a:spcPct val="100000"/>
              </a:lnSpc>
              <a:buNone/>
              <a:defRPr sz="3200" b="0">
                <a:solidFill>
                  <a:schemeClr val="tx1"/>
                </a:solidFill>
              </a:defRPr>
            </a:lvl5pPr>
          </a:lstStyle>
          <a:p>
            <a:pPr lvl="0" rtl="0"/>
            <a:r>
              <a:rPr lang="es"/>
              <a:t>Haga clic para agregar cita</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398357141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rtlCol="0" anchor="t">
            <a:noAutofit/>
          </a:bodyPr>
          <a:lstStyle>
            <a:lvl1pPr>
              <a:defRPr sz="4400">
                <a:solidFill>
                  <a:schemeClr val="tx1"/>
                </a:solidFill>
              </a:defRPr>
            </a:lvl1pPr>
          </a:lstStyle>
          <a:p>
            <a:pPr rtl="0"/>
            <a:r>
              <a:rPr lang="es"/>
              <a:t>Haga clic para modificar el estilo de título del patrón</a:t>
            </a:r>
          </a:p>
        </p:txBody>
      </p:sp>
      <p:sp>
        <p:nvSpPr>
          <p:cNvPr id="4" name="Marcador de fecha 3">
            <a:extLst>
              <a:ext uri="{FF2B5EF4-FFF2-40B4-BE49-F238E27FC236}">
                <a16:creationId xmlns:a16="http://schemas.microsoft.com/office/drawing/2014/main" id="{5C52CF0D-DCF6-2401-8AD6-ED12BCF0D0F7}"/>
              </a:ext>
            </a:extLst>
          </p:cNvPr>
          <p:cNvSpPr>
            <a:spLocks noGrp="1"/>
          </p:cNvSpPr>
          <p:nvPr>
            <p:ph type="dt" sz="half" idx="14"/>
          </p:nvPr>
        </p:nvSpPr>
        <p:spPr/>
        <p:txBody>
          <a:bodyPr rtlCol="0"/>
          <a:lstStyle/>
          <a:p>
            <a:pPr rtl="0"/>
            <a:r>
              <a:rPr lang="es-EC"/>
              <a:t>24/11/2025</a:t>
            </a:r>
            <a:endParaRPr lang="en-US"/>
          </a:p>
        </p:txBody>
      </p:sp>
      <p:sp>
        <p:nvSpPr>
          <p:cNvPr id="5" name="Marcador de pie de página 4">
            <a:extLst>
              <a:ext uri="{FF2B5EF4-FFF2-40B4-BE49-F238E27FC236}">
                <a16:creationId xmlns:a16="http://schemas.microsoft.com/office/drawing/2014/main" id="{A67F5585-231E-4B46-143C-086AE5C56D2F}"/>
              </a:ext>
            </a:extLst>
          </p:cNvPr>
          <p:cNvSpPr>
            <a:spLocks noGrp="1"/>
          </p:cNvSpPr>
          <p:nvPr>
            <p:ph type="ftr" sz="quarter" idx="15"/>
          </p:nvPr>
        </p:nvSpPr>
        <p:spPr/>
        <p:txBody>
          <a:bodyPr rtlCol="0"/>
          <a:lstStyle/>
          <a:p>
            <a:pPr rtl="0"/>
            <a:r>
              <a:rPr lang="es-MX"/>
              <a:t>Link del proyecto: https://github.com/gusluzard/juego_snake.git</a:t>
            </a:r>
            <a:endParaRPr lang="es"/>
          </a:p>
        </p:txBody>
      </p:sp>
      <p:sp>
        <p:nvSpPr>
          <p:cNvPr id="6" name="Marcador de número de diapositiva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cxnSp>
        <p:nvCxnSpPr>
          <p:cNvPr id="3" name="Conector recto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ángulo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Rectángulo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8" name="Marcador de contenido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124636206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ón 2">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Rectángulo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rtlCol="0" anchor="t">
            <a:normAutofit/>
          </a:bodyPr>
          <a:lstStyle>
            <a:lvl1pPr>
              <a:defRPr sz="5400">
                <a:solidFill>
                  <a:schemeClr val="tx1"/>
                </a:solidFill>
              </a:defRPr>
            </a:lvl1pPr>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7CAECC89-C65D-CAD6-3F7F-24F67D81DCF1}"/>
              </a:ext>
            </a:extLst>
          </p:cNvPr>
          <p:cNvSpPr>
            <a:spLocks noGrp="1"/>
          </p:cNvSpPr>
          <p:nvPr>
            <p:ph type="dt" sz="half" idx="15"/>
          </p:nvPr>
        </p:nvSpPr>
        <p:spPr/>
        <p:txBody>
          <a:bodyPr rtlCol="0"/>
          <a:lstStyle/>
          <a:p>
            <a:pPr rtl="0"/>
            <a:r>
              <a:rPr lang="es-EC"/>
              <a:t>24/11/2025</a:t>
            </a:r>
            <a:endParaRPr lang="en-US"/>
          </a:p>
        </p:txBody>
      </p:sp>
      <p:sp>
        <p:nvSpPr>
          <p:cNvPr id="8" name="Marcador de pie de página 7">
            <a:extLst>
              <a:ext uri="{FF2B5EF4-FFF2-40B4-BE49-F238E27FC236}">
                <a16:creationId xmlns:a16="http://schemas.microsoft.com/office/drawing/2014/main" id="{F664FAF8-D2CD-617D-EEE4-AFE7E979984A}"/>
              </a:ext>
            </a:extLst>
          </p:cNvPr>
          <p:cNvSpPr>
            <a:spLocks noGrp="1"/>
          </p:cNvSpPr>
          <p:nvPr>
            <p:ph type="ftr" sz="quarter" idx="16"/>
          </p:nvPr>
        </p:nvSpPr>
        <p:spPr/>
        <p:txBody>
          <a:bodyPr rtlCol="0"/>
          <a:lstStyle/>
          <a:p>
            <a:pPr rtl="0"/>
            <a:r>
              <a:rPr lang="es-MX"/>
              <a:t>Link del proyecto: https://github.com/gusluzard/juego_snake.git</a:t>
            </a:r>
            <a:endParaRPr lang="es"/>
          </a:p>
        </p:txBody>
      </p:sp>
      <p:sp>
        <p:nvSpPr>
          <p:cNvPr id="9" name="Marcador de número de diapositiva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rtlCol="0"/>
          <a:lstStyle/>
          <a:p>
            <a:pPr rtl="0"/>
            <a:fld id="{5E0677F5-4A8A-4BF1-96BE-3BAE8FBAFE2E}" type="slidenum">
              <a:rPr lang="en-US" smtClean="0"/>
              <a:t>‹Nº›</a:t>
            </a:fld>
            <a:endParaRPr lang="en-US"/>
          </a:p>
        </p:txBody>
      </p:sp>
      <p:sp>
        <p:nvSpPr>
          <p:cNvPr id="7" name="Marcador de contenido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310800456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nclusión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983230"/>
            <a:ext cx="9830017" cy="877376"/>
          </a:xfrm>
        </p:spPr>
        <p:txBody>
          <a:bodyPr rtlCol="0" anchor="t">
            <a:normAutofit/>
          </a:bodyPr>
          <a:lstStyle>
            <a:lvl1pPr>
              <a:defRPr sz="5000">
                <a:solidFill>
                  <a:schemeClr val="tx1"/>
                </a:solidFill>
              </a:defRPr>
            </a:lvl1pPr>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7CAECC89-C65D-CAD6-3F7F-24F67D81DCF1}"/>
              </a:ext>
            </a:extLst>
          </p:cNvPr>
          <p:cNvSpPr>
            <a:spLocks noGrp="1"/>
          </p:cNvSpPr>
          <p:nvPr>
            <p:ph type="dt" sz="half" idx="15"/>
          </p:nvPr>
        </p:nvSpPr>
        <p:spPr/>
        <p:txBody>
          <a:bodyPr rtlCol="0"/>
          <a:lstStyle/>
          <a:p>
            <a:pPr rtl="0"/>
            <a:r>
              <a:rPr lang="es-EC"/>
              <a:t>24/11/2025</a:t>
            </a:r>
            <a:endParaRPr lang="en-US"/>
          </a:p>
        </p:txBody>
      </p:sp>
      <p:sp>
        <p:nvSpPr>
          <p:cNvPr id="8" name="Marcador de pie de página 7">
            <a:extLst>
              <a:ext uri="{FF2B5EF4-FFF2-40B4-BE49-F238E27FC236}">
                <a16:creationId xmlns:a16="http://schemas.microsoft.com/office/drawing/2014/main" id="{F664FAF8-D2CD-617D-EEE4-AFE7E979984A}"/>
              </a:ext>
            </a:extLst>
          </p:cNvPr>
          <p:cNvSpPr>
            <a:spLocks noGrp="1"/>
          </p:cNvSpPr>
          <p:nvPr>
            <p:ph type="ftr" sz="quarter" idx="16"/>
          </p:nvPr>
        </p:nvSpPr>
        <p:spPr/>
        <p:txBody>
          <a:bodyPr rtlCol="0"/>
          <a:lstStyle/>
          <a:p>
            <a:pPr rtl="0"/>
            <a:r>
              <a:rPr lang="es-MX"/>
              <a:t>Link del proyecto: https://github.com/gusluzard/juego_snake.git</a:t>
            </a:r>
            <a:endParaRPr lang="es"/>
          </a:p>
        </p:txBody>
      </p:sp>
      <p:sp>
        <p:nvSpPr>
          <p:cNvPr id="9" name="Marcador de número de diapositiva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rtlCol="0"/>
          <a:lstStyle/>
          <a:p>
            <a:pPr rtl="0"/>
            <a:fld id="{5E0677F5-4A8A-4BF1-96BE-3BAE8FBAFE2E}" type="slidenum">
              <a:rPr lang="en-US" smtClean="0"/>
              <a:t>‹Nº›</a:t>
            </a:fld>
            <a:endParaRPr lang="en-US"/>
          </a:p>
        </p:txBody>
      </p:sp>
      <p:sp>
        <p:nvSpPr>
          <p:cNvPr id="4" name="Rectángulo 3">
            <a:extLst>
              <a:ext uri="{FF2B5EF4-FFF2-40B4-BE49-F238E27FC236}">
                <a16:creationId xmlns:a16="http://schemas.microsoft.com/office/drawing/2014/main" id="{D69261CB-4EFB-BCD1-842F-3895D3F35D6A}"/>
              </a:ext>
            </a:extLst>
          </p:cNvPr>
          <p:cNvSpPr/>
          <p:nvPr/>
        </p:nvSpPr>
        <p:spPr>
          <a:xfrm rot="10800000">
            <a:off x="0" y="2221515"/>
            <a:ext cx="12192000" cy="1825033"/>
          </a:xfrm>
          <a:prstGeom prst="rect">
            <a:avLst/>
          </a:prstGeom>
          <a:gradFill>
            <a:gsLst>
              <a:gs pos="63000">
                <a:schemeClr val="bg2">
                  <a:alpha val="0"/>
                </a:schemeClr>
              </a:gs>
              <a:gs pos="100000">
                <a:schemeClr val="accent1"/>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5" name="Rectángulo 4">
            <a:extLst>
              <a:ext uri="{FF2B5EF4-FFF2-40B4-BE49-F238E27FC236}">
                <a16:creationId xmlns:a16="http://schemas.microsoft.com/office/drawing/2014/main" id="{311813EA-BFDF-185B-80F0-B1786A1A10E5}"/>
              </a:ext>
            </a:extLst>
          </p:cNvPr>
          <p:cNvSpPr/>
          <p:nvPr/>
        </p:nvSpPr>
        <p:spPr>
          <a:xfrm rot="16200000" flipH="1">
            <a:off x="7850483" y="-294964"/>
            <a:ext cx="1825034" cy="6858000"/>
          </a:xfrm>
          <a:prstGeom prst="rect">
            <a:avLst/>
          </a:prstGeom>
          <a:gradFill>
            <a:gsLst>
              <a:gs pos="56000">
                <a:schemeClr val="bg1">
                  <a:alpha val="0"/>
                </a:schemeClr>
              </a:gs>
              <a:gs pos="100000">
                <a:schemeClr val="accent3"/>
              </a:gs>
            </a:gsLst>
            <a:lin ang="9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Marcador de contenido 6">
            <a:extLst>
              <a:ext uri="{FF2B5EF4-FFF2-40B4-BE49-F238E27FC236}">
                <a16:creationId xmlns:a16="http://schemas.microsoft.com/office/drawing/2014/main" id="{053FFEDA-E57B-DF13-2394-A1514E15F85A}"/>
              </a:ext>
            </a:extLst>
          </p:cNvPr>
          <p:cNvSpPr>
            <a:spLocks noGrp="1"/>
          </p:cNvSpPr>
          <p:nvPr>
            <p:ph sz="quarter" idx="14"/>
          </p:nvPr>
        </p:nvSpPr>
        <p:spPr>
          <a:xfrm>
            <a:off x="3241964" y="3429000"/>
            <a:ext cx="8226135" cy="2434712"/>
          </a:xfrm>
        </p:spPr>
        <p:txBody>
          <a:bodyPr vert="horz" lIns="91440" tIns="45720" rIns="91440" bIns="45720" rtlCol="0">
            <a:normAutofit/>
          </a:bodyPr>
          <a:lstStyle>
            <a:lvl1pPr marL="0" indent="0">
              <a:buNone/>
              <a:defRPr lang="en-US" sz="1600" dirty="0"/>
            </a:lvl1pPr>
            <a:lvl2pPr marL="228600" indent="0">
              <a:buNone/>
              <a:defRPr lang="en-US" sz="1200" dirty="0"/>
            </a:lvl2pPr>
            <a:lvl3pPr marL="457200" indent="0">
              <a:buNone/>
              <a:defRPr lang="en-US" sz="1100" dirty="0"/>
            </a:lvl3pPr>
            <a:lvl4pPr marL="685800" indent="0">
              <a:buNone/>
              <a:defRPr lang="en-US" sz="1050" dirty="0"/>
            </a:lvl4pPr>
            <a:lvl5pPr marL="914400" indent="0">
              <a:buNone/>
              <a:defRPr lang="en-US" sz="1000"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72978364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Dos contenid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rtlCol="0"/>
          <a:lstStyle>
            <a:lvl1pPr>
              <a:defRPr>
                <a:solidFill>
                  <a:schemeClr val="tx1"/>
                </a:solidFill>
              </a:defRPr>
            </a:lvl1pPr>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EC2184DE-1D38-B3AE-D560-557B3726B547}"/>
              </a:ext>
            </a:extLst>
          </p:cNvPr>
          <p:cNvSpPr>
            <a:spLocks noGrp="1"/>
          </p:cNvSpPr>
          <p:nvPr>
            <p:ph type="dt" sz="half" idx="15"/>
          </p:nvPr>
        </p:nvSpPr>
        <p:spPr/>
        <p:txBody>
          <a:bodyPr rtlCol="0"/>
          <a:lstStyle/>
          <a:p>
            <a:pPr rtl="0"/>
            <a:r>
              <a:rPr lang="es-EC"/>
              <a:t>24/11/2025</a:t>
            </a:r>
            <a:endParaRPr lang="en-US"/>
          </a:p>
        </p:txBody>
      </p:sp>
      <p:sp>
        <p:nvSpPr>
          <p:cNvPr id="4" name="Marcador de pie de página 3">
            <a:extLst>
              <a:ext uri="{FF2B5EF4-FFF2-40B4-BE49-F238E27FC236}">
                <a16:creationId xmlns:a16="http://schemas.microsoft.com/office/drawing/2014/main" id="{392A082C-5D4A-4A20-87E3-9906B5F3BAF4}"/>
              </a:ext>
            </a:extLst>
          </p:cNvPr>
          <p:cNvSpPr>
            <a:spLocks noGrp="1"/>
          </p:cNvSpPr>
          <p:nvPr>
            <p:ph type="ftr" sz="quarter" idx="16"/>
          </p:nvPr>
        </p:nvSpPr>
        <p:spPr/>
        <p:txBody>
          <a:bodyPr rtlCol="0"/>
          <a:lstStyle/>
          <a:p>
            <a:pPr rtl="0"/>
            <a:r>
              <a:rPr lang="es-MX"/>
              <a:t>Link del proyecto: https://github.com/gusluzard/juego_snake.git</a:t>
            </a:r>
            <a:endParaRPr lang="es"/>
          </a:p>
        </p:txBody>
      </p:sp>
      <p:sp>
        <p:nvSpPr>
          <p:cNvPr id="8" name="Marcador de número de diapositiva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rtlCol="0"/>
          <a:lstStyle/>
          <a:p>
            <a:pPr rtl="0"/>
            <a:fld id="{5E0677F5-4A8A-4BF1-96BE-3BAE8FBAFE2E}" type="slidenum">
              <a:rPr lang="en-US" smtClean="0"/>
              <a:t>‹Nº›</a:t>
            </a:fld>
            <a:endParaRPr lang="en-US"/>
          </a:p>
        </p:txBody>
      </p:sp>
      <p:sp>
        <p:nvSpPr>
          <p:cNvPr id="7" name="Marcador de contenido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10" name="Marcador de contenido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cxnSp>
        <p:nvCxnSpPr>
          <p:cNvPr id="6" name="Conector recto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6931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mparación">
    <p:spTree>
      <p:nvGrpSpPr>
        <p:cNvPr id="1" name=""/>
        <p:cNvGrpSpPr/>
        <p:nvPr/>
      </p:nvGrpSpPr>
      <p:grpSpPr>
        <a:xfrm>
          <a:off x="0" y="0"/>
          <a:ext cx="0" cy="0"/>
          <a:chOff x="0" y="0"/>
          <a:chExt cx="0" cy="0"/>
        </a:xfrm>
      </p:grpSpPr>
      <p:sp>
        <p:nvSpPr>
          <p:cNvPr id="12" name="Rectángulo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rtlCol="0"/>
          <a:lstStyle>
            <a:lvl1pPr>
              <a:defRPr>
                <a:solidFill>
                  <a:schemeClr val="tx1"/>
                </a:solidFill>
              </a:defRPr>
            </a:lvl1pPr>
          </a:lstStyle>
          <a:p>
            <a:pPr rtl="0"/>
            <a:r>
              <a:rPr lang="es"/>
              <a:t>Haga clic para modificar el estilo de título del patrón</a:t>
            </a:r>
          </a:p>
        </p:txBody>
      </p:sp>
      <p:sp>
        <p:nvSpPr>
          <p:cNvPr id="15" name="Marcador de fecha 14">
            <a:extLst>
              <a:ext uri="{FF2B5EF4-FFF2-40B4-BE49-F238E27FC236}">
                <a16:creationId xmlns:a16="http://schemas.microsoft.com/office/drawing/2014/main" id="{705EA491-E08A-48B5-7211-33514A94530C}"/>
              </a:ext>
            </a:extLst>
          </p:cNvPr>
          <p:cNvSpPr>
            <a:spLocks noGrp="1"/>
          </p:cNvSpPr>
          <p:nvPr>
            <p:ph type="dt" sz="half" idx="15"/>
          </p:nvPr>
        </p:nvSpPr>
        <p:spPr/>
        <p:txBody>
          <a:bodyPr rtlCol="0"/>
          <a:lstStyle/>
          <a:p>
            <a:pPr rtl="0"/>
            <a:r>
              <a:rPr lang="es-EC"/>
              <a:t>24/11/2025</a:t>
            </a:r>
            <a:endParaRPr lang="en-US"/>
          </a:p>
        </p:txBody>
      </p:sp>
      <p:sp>
        <p:nvSpPr>
          <p:cNvPr id="16" name="Marcador de pie de página 15">
            <a:extLst>
              <a:ext uri="{FF2B5EF4-FFF2-40B4-BE49-F238E27FC236}">
                <a16:creationId xmlns:a16="http://schemas.microsoft.com/office/drawing/2014/main" id="{259980DF-BFB1-0E16-FE9E-D2D30ED180E7}"/>
              </a:ext>
            </a:extLst>
          </p:cNvPr>
          <p:cNvSpPr>
            <a:spLocks noGrp="1"/>
          </p:cNvSpPr>
          <p:nvPr>
            <p:ph type="ftr" sz="quarter" idx="16"/>
          </p:nvPr>
        </p:nvSpPr>
        <p:spPr/>
        <p:txBody>
          <a:bodyPr rtlCol="0"/>
          <a:lstStyle/>
          <a:p>
            <a:pPr rtl="0"/>
            <a:r>
              <a:rPr lang="es-MX"/>
              <a:t>Link del proyecto: https://github.com/gusluzard/juego_snake.git</a:t>
            </a:r>
            <a:endParaRPr lang="es"/>
          </a:p>
        </p:txBody>
      </p:sp>
      <p:sp>
        <p:nvSpPr>
          <p:cNvPr id="17" name="Marcador de número de diapositiva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rtlCol="0"/>
          <a:lstStyle/>
          <a:p>
            <a:pPr rtl="0"/>
            <a:fld id="{5E0677F5-4A8A-4BF1-96BE-3BAE8FBAFE2E}" type="slidenum">
              <a:rPr lang="en-US" smtClean="0"/>
              <a:pPr rtl="0"/>
              <a:t>‹Nº›</a:t>
            </a:fld>
            <a:endParaRPr lang="en-US"/>
          </a:p>
        </p:txBody>
      </p:sp>
      <p:sp>
        <p:nvSpPr>
          <p:cNvPr id="3" name="Marcador de texto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rtlCol="0"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
              <a:t>Haga clic para modificar los estilos de texto del patrón</a:t>
            </a:r>
          </a:p>
        </p:txBody>
      </p:sp>
      <p:sp>
        <p:nvSpPr>
          <p:cNvPr id="6" name="Marcador de contenido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5" name="Marcador de texto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rtlCol="0"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
              <a:t>Haga clic para modificar los estilos de texto del patrón</a:t>
            </a:r>
          </a:p>
        </p:txBody>
      </p:sp>
      <p:sp>
        <p:nvSpPr>
          <p:cNvPr id="8" name="Marcador de contenido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cxnSp>
        <p:nvCxnSpPr>
          <p:cNvPr id="7" name="Conector recto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ángulo 3">
            <a:extLst>
              <a:ext uri="{FF2B5EF4-FFF2-40B4-BE49-F238E27FC236}">
                <a16:creationId xmlns:a16="http://schemas.microsoft.com/office/drawing/2014/main" id="{11E71789-6ED9-AA74-B78C-05CAF80B5536}"/>
              </a:ext>
            </a:extLst>
          </p:cNvPr>
          <p:cNvSpPr/>
          <p:nvPr userDrawn="1"/>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89528553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rtlCol="0" anchor="t"/>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E89E8268-7232-2944-F1BD-399F9419B563}"/>
              </a:ext>
            </a:extLst>
          </p:cNvPr>
          <p:cNvSpPr>
            <a:spLocks noGrp="1"/>
          </p:cNvSpPr>
          <p:nvPr>
            <p:ph type="dt" sz="half" idx="10"/>
          </p:nvPr>
        </p:nvSpPr>
        <p:spPr/>
        <p:txBody>
          <a:bodyPr rtlCol="0"/>
          <a:lstStyle/>
          <a:p>
            <a:pPr rtl="0"/>
            <a:r>
              <a:rPr lang="es-EC"/>
              <a:t>24/11/2025</a:t>
            </a:r>
            <a:endParaRPr lang="en-US"/>
          </a:p>
        </p:txBody>
      </p:sp>
      <p:sp>
        <p:nvSpPr>
          <p:cNvPr id="4" name="Marcador de pie de página 3">
            <a:extLst>
              <a:ext uri="{FF2B5EF4-FFF2-40B4-BE49-F238E27FC236}">
                <a16:creationId xmlns:a16="http://schemas.microsoft.com/office/drawing/2014/main" id="{6B968DDD-323F-89A1-84E3-DDBA626D9386}"/>
              </a:ext>
            </a:extLst>
          </p:cNvPr>
          <p:cNvSpPr>
            <a:spLocks noGrp="1"/>
          </p:cNvSpPr>
          <p:nvPr>
            <p:ph type="ftr" sz="quarter" idx="11"/>
          </p:nvPr>
        </p:nvSpPr>
        <p:spPr/>
        <p:txBody>
          <a:bodyPr rtlCol="0"/>
          <a:lstStyle/>
          <a:p>
            <a:pPr rtl="0"/>
            <a:r>
              <a:rPr lang="es-MX"/>
              <a:t>Link del proyecto: https://github.com/gusluzard/juego_snake.git</a:t>
            </a:r>
            <a:endParaRPr lang="es"/>
          </a:p>
        </p:txBody>
      </p:sp>
      <p:sp>
        <p:nvSpPr>
          <p:cNvPr id="5" name="Marcador de número de diapositiva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rtlCol="0"/>
          <a:lstStyle/>
          <a:p>
            <a:pPr rtl="0"/>
            <a:fld id="{5E0677F5-4A8A-4BF1-96BE-3BAE8FBAFE2E}" type="slidenum">
              <a:rPr lang="en-US" smtClean="0"/>
              <a:t>‹Nº›</a:t>
            </a:fld>
            <a:endParaRPr lang="en-US"/>
          </a:p>
        </p:txBody>
      </p:sp>
    </p:spTree>
    <p:extLst>
      <p:ext uri="{BB962C8B-B14F-4D97-AF65-F5344CB8AC3E}">
        <p14:creationId xmlns:p14="http://schemas.microsoft.com/office/powerpoint/2010/main" val="354861876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Vací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9BC4D82-0182-501C-9231-46767680476E}"/>
              </a:ext>
            </a:extLst>
          </p:cNvPr>
          <p:cNvSpPr>
            <a:spLocks noGrp="1"/>
          </p:cNvSpPr>
          <p:nvPr>
            <p:ph type="dt" sz="half" idx="10"/>
          </p:nvPr>
        </p:nvSpPr>
        <p:spPr/>
        <p:txBody>
          <a:bodyPr rtlCol="0"/>
          <a:lstStyle/>
          <a:p>
            <a:pPr rtl="0"/>
            <a:r>
              <a:rPr lang="es-EC"/>
              <a:t>24/11/2025</a:t>
            </a:r>
            <a:endParaRPr lang="en-US"/>
          </a:p>
        </p:txBody>
      </p:sp>
      <p:sp>
        <p:nvSpPr>
          <p:cNvPr id="3" name="Marcador de pie de página 2">
            <a:extLst>
              <a:ext uri="{FF2B5EF4-FFF2-40B4-BE49-F238E27FC236}">
                <a16:creationId xmlns:a16="http://schemas.microsoft.com/office/drawing/2014/main" id="{10EAA6C9-A7F3-19F1-D17C-A1D83FAF553F}"/>
              </a:ext>
            </a:extLst>
          </p:cNvPr>
          <p:cNvSpPr>
            <a:spLocks noGrp="1"/>
          </p:cNvSpPr>
          <p:nvPr>
            <p:ph type="ftr" sz="quarter" idx="11"/>
          </p:nvPr>
        </p:nvSpPr>
        <p:spPr/>
        <p:txBody>
          <a:bodyPr rtlCol="0"/>
          <a:lstStyle/>
          <a:p>
            <a:pPr rtl="0"/>
            <a:r>
              <a:rPr lang="es-MX"/>
              <a:t>Link del proyecto: https://github.com/gusluzard/juego_snake.git</a:t>
            </a:r>
            <a:endParaRPr lang="es"/>
          </a:p>
        </p:txBody>
      </p:sp>
      <p:sp>
        <p:nvSpPr>
          <p:cNvPr id="4" name="Marcador de número de diapositiva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rtlCol="0"/>
          <a:lstStyle/>
          <a:p>
            <a:pPr rtl="0"/>
            <a:fld id="{5E0677F5-4A8A-4BF1-96BE-3BAE8FBAFE2E}" type="slidenum">
              <a:rPr lang="en-US" smtClean="0"/>
              <a:t>‹Nº›</a:t>
            </a:fld>
            <a:endParaRPr lang="en-US"/>
          </a:p>
        </p:txBody>
      </p:sp>
    </p:spTree>
    <p:extLst>
      <p:ext uri="{BB962C8B-B14F-4D97-AF65-F5344CB8AC3E}">
        <p14:creationId xmlns:p14="http://schemas.microsoft.com/office/powerpoint/2010/main" val="128000886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50C37F-77BE-E128-4248-D001C39E79C6}"/>
              </a:ext>
            </a:extLst>
          </p:cNvPr>
          <p:cNvSpPr>
            <a:spLocks noGrp="1"/>
          </p:cNvSpPr>
          <p:nvPr>
            <p:ph type="title"/>
          </p:nvPr>
        </p:nvSpPr>
        <p:spPr>
          <a:xfrm>
            <a:off x="301752" y="1124712"/>
            <a:ext cx="3543299" cy="1627415"/>
          </a:xfrm>
        </p:spPr>
        <p:txBody>
          <a:bodyPr rtlCol="0" anchor="t">
            <a:normAutofit/>
          </a:bodyPr>
          <a:lstStyle>
            <a:lvl1pPr>
              <a:defRPr sz="3200"/>
            </a:lvl1pPr>
          </a:lstStyle>
          <a:p>
            <a:pPr rtl="0"/>
            <a:r>
              <a:rPr lang="es"/>
              <a:t>Haga clic para modificar el estilo de título del patrón</a:t>
            </a:r>
          </a:p>
        </p:txBody>
      </p:sp>
      <p:sp>
        <p:nvSpPr>
          <p:cNvPr id="5" name="Marcador de fecha 4">
            <a:extLst>
              <a:ext uri="{FF2B5EF4-FFF2-40B4-BE49-F238E27FC236}">
                <a16:creationId xmlns:a16="http://schemas.microsoft.com/office/drawing/2014/main" id="{93F05638-7A56-469A-825A-1DFA600254C8}"/>
              </a:ext>
            </a:extLst>
          </p:cNvPr>
          <p:cNvSpPr>
            <a:spLocks noGrp="1"/>
          </p:cNvSpPr>
          <p:nvPr>
            <p:ph type="dt" sz="half" idx="10"/>
          </p:nvPr>
        </p:nvSpPr>
        <p:spPr/>
        <p:txBody>
          <a:bodyPr rtlCol="0"/>
          <a:lstStyle/>
          <a:p>
            <a:pPr rtl="0"/>
            <a:r>
              <a:rPr lang="es-EC"/>
              <a:t>24/11/2025</a:t>
            </a:r>
            <a:endParaRPr lang="en-US"/>
          </a:p>
        </p:txBody>
      </p:sp>
      <p:sp>
        <p:nvSpPr>
          <p:cNvPr id="6" name="Marcador de pie de página 5">
            <a:extLst>
              <a:ext uri="{FF2B5EF4-FFF2-40B4-BE49-F238E27FC236}">
                <a16:creationId xmlns:a16="http://schemas.microsoft.com/office/drawing/2014/main" id="{9C85A215-184B-2105-0279-ED02F6445831}"/>
              </a:ext>
            </a:extLst>
          </p:cNvPr>
          <p:cNvSpPr>
            <a:spLocks noGrp="1"/>
          </p:cNvSpPr>
          <p:nvPr>
            <p:ph type="ftr" sz="quarter" idx="11"/>
          </p:nvPr>
        </p:nvSpPr>
        <p:spPr>
          <a:xfrm>
            <a:off x="5212080" y="210114"/>
            <a:ext cx="2509284" cy="365760"/>
          </a:xfrm>
        </p:spPr>
        <p:txBody>
          <a:bodyPr rtlCol="0"/>
          <a:lstStyle/>
          <a:p>
            <a:pPr rtl="0"/>
            <a:r>
              <a:rPr lang="es-MX"/>
              <a:t>Link del proyecto: https://github.com/gusluzard/juego_snake.git</a:t>
            </a:r>
            <a:endParaRPr lang="es"/>
          </a:p>
        </p:txBody>
      </p:sp>
      <p:sp>
        <p:nvSpPr>
          <p:cNvPr id="7" name="Marcador de número de diapositiva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rtlCol="0"/>
          <a:lstStyle/>
          <a:p>
            <a:pPr rtl="0"/>
            <a:fld id="{5E0677F5-4A8A-4BF1-96BE-3BAE8FBAFE2E}" type="slidenum">
              <a:rPr lang="en-US" smtClean="0"/>
              <a:t>‹Nº›</a:t>
            </a:fld>
            <a:endParaRPr lang="en-US"/>
          </a:p>
        </p:txBody>
      </p:sp>
      <p:sp>
        <p:nvSpPr>
          <p:cNvPr id="4" name="Marcador de texto 3">
            <a:extLst>
              <a:ext uri="{FF2B5EF4-FFF2-40B4-BE49-F238E27FC236}">
                <a16:creationId xmlns:a16="http://schemas.microsoft.com/office/drawing/2014/main" id="{EC0EEBFB-2026-6A35-33ED-F008376B67A0}"/>
              </a:ext>
            </a:extLst>
          </p:cNvPr>
          <p:cNvSpPr>
            <a:spLocks noGrp="1"/>
          </p:cNvSpPr>
          <p:nvPr>
            <p:ph type="body" sz="half" idx="2"/>
          </p:nvPr>
        </p:nvSpPr>
        <p:spPr>
          <a:xfrm>
            <a:off x="301752" y="2857605"/>
            <a:ext cx="3543299" cy="3534229"/>
          </a:xfrm>
        </p:spPr>
        <p:txBody>
          <a:bodyPr rtlCol="0"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
              <a:t>Haga clic para modificar los estilos de texto del patrón</a:t>
            </a:r>
          </a:p>
        </p:txBody>
      </p:sp>
      <p:sp>
        <p:nvSpPr>
          <p:cNvPr id="3" name="Marcador de contenido 2">
            <a:extLst>
              <a:ext uri="{FF2B5EF4-FFF2-40B4-BE49-F238E27FC236}">
                <a16:creationId xmlns:a16="http://schemas.microsoft.com/office/drawing/2014/main" id="{2F3B20A8-A604-C977-02C0-083BA8663484}"/>
              </a:ext>
            </a:extLst>
          </p:cNvPr>
          <p:cNvSpPr>
            <a:spLocks noGrp="1"/>
          </p:cNvSpPr>
          <p:nvPr>
            <p:ph idx="1"/>
          </p:nvPr>
        </p:nvSpPr>
        <p:spPr>
          <a:xfrm>
            <a:off x="5212080" y="1124712"/>
            <a:ext cx="6309360" cy="5219700"/>
          </a:xfrm>
        </p:spPr>
        <p:txBody>
          <a:bodyPr rtlCol="0">
            <a:norm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8" name="Rectángulo 7">
            <a:extLst>
              <a:ext uri="{FF2B5EF4-FFF2-40B4-BE49-F238E27FC236}">
                <a16:creationId xmlns:a16="http://schemas.microsoft.com/office/drawing/2014/main" id="{91C6F58E-0CCE-AAF7-6F0A-E0B0FFF62A10}"/>
              </a:ext>
            </a:extLst>
          </p:cNvPr>
          <p:cNvSpPr/>
          <p:nvPr/>
        </p:nvSpPr>
        <p:spPr>
          <a:xfrm>
            <a:off x="-3" y="5655733"/>
            <a:ext cx="12191999" cy="1202267"/>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5056634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Imagen con ley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B06A09-98CF-FAC2-3708-AECC4360C651}"/>
              </a:ext>
            </a:extLst>
          </p:cNvPr>
          <p:cNvSpPr>
            <a:spLocks noGrp="1"/>
          </p:cNvSpPr>
          <p:nvPr>
            <p:ph type="title"/>
          </p:nvPr>
        </p:nvSpPr>
        <p:spPr>
          <a:xfrm>
            <a:off x="301752" y="1124712"/>
            <a:ext cx="3546235" cy="1533073"/>
          </a:xfrm>
        </p:spPr>
        <p:txBody>
          <a:bodyPr rtlCol="0" anchor="t">
            <a:normAutofit/>
          </a:bodyPr>
          <a:lstStyle>
            <a:lvl1pPr>
              <a:defRPr sz="3200"/>
            </a:lvl1pPr>
          </a:lstStyle>
          <a:p>
            <a:pPr rtl="0"/>
            <a:r>
              <a:rPr lang="es"/>
              <a:t>Haga clic para modificar el estilo de título del patrón</a:t>
            </a:r>
          </a:p>
        </p:txBody>
      </p:sp>
      <p:sp>
        <p:nvSpPr>
          <p:cNvPr id="23" name="Marcador de fecha 22">
            <a:extLst>
              <a:ext uri="{FF2B5EF4-FFF2-40B4-BE49-F238E27FC236}">
                <a16:creationId xmlns:a16="http://schemas.microsoft.com/office/drawing/2014/main" id="{8ACB14E1-4D3B-B55C-4791-64F774AC361F}"/>
              </a:ext>
            </a:extLst>
          </p:cNvPr>
          <p:cNvSpPr>
            <a:spLocks noGrp="1"/>
          </p:cNvSpPr>
          <p:nvPr>
            <p:ph type="dt" sz="half" idx="14"/>
          </p:nvPr>
        </p:nvSpPr>
        <p:spPr/>
        <p:txBody>
          <a:bodyPr rtlCol="0"/>
          <a:lstStyle/>
          <a:p>
            <a:pPr rtl="0"/>
            <a:r>
              <a:rPr lang="es-EC"/>
              <a:t>24/11/2025</a:t>
            </a:r>
            <a:endParaRPr lang="en-US"/>
          </a:p>
        </p:txBody>
      </p:sp>
      <p:sp>
        <p:nvSpPr>
          <p:cNvPr id="24" name="Marcador de pie de página 23">
            <a:extLst>
              <a:ext uri="{FF2B5EF4-FFF2-40B4-BE49-F238E27FC236}">
                <a16:creationId xmlns:a16="http://schemas.microsoft.com/office/drawing/2014/main" id="{861F92C4-9651-789C-0B22-E6343EE25C7A}"/>
              </a:ext>
            </a:extLst>
          </p:cNvPr>
          <p:cNvSpPr>
            <a:spLocks noGrp="1"/>
          </p:cNvSpPr>
          <p:nvPr>
            <p:ph type="ftr" sz="quarter" idx="15"/>
          </p:nvPr>
        </p:nvSpPr>
        <p:spPr>
          <a:xfrm>
            <a:off x="5212080" y="210114"/>
            <a:ext cx="2509284" cy="365760"/>
          </a:xfrm>
        </p:spPr>
        <p:txBody>
          <a:bodyPr rtlCol="0"/>
          <a:lstStyle/>
          <a:p>
            <a:pPr rtl="0"/>
            <a:r>
              <a:rPr lang="es-MX"/>
              <a:t>Link del proyecto: https://github.com/gusluzard/juego_snake.git</a:t>
            </a:r>
            <a:endParaRPr lang="es"/>
          </a:p>
        </p:txBody>
      </p:sp>
      <p:sp>
        <p:nvSpPr>
          <p:cNvPr id="25" name="Marcador de número de diapositiva 24">
            <a:extLst>
              <a:ext uri="{FF2B5EF4-FFF2-40B4-BE49-F238E27FC236}">
                <a16:creationId xmlns:a16="http://schemas.microsoft.com/office/drawing/2014/main" id="{E55DAD34-8521-F119-F985-ABFBDD340032}"/>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4" name="Marcador de texto 3">
            <a:extLst>
              <a:ext uri="{FF2B5EF4-FFF2-40B4-BE49-F238E27FC236}">
                <a16:creationId xmlns:a16="http://schemas.microsoft.com/office/drawing/2014/main" id="{F32C4A61-EF2A-C5A5-B150-4448600B3937}"/>
              </a:ext>
            </a:extLst>
          </p:cNvPr>
          <p:cNvSpPr>
            <a:spLocks noGrp="1"/>
          </p:cNvSpPr>
          <p:nvPr>
            <p:ph type="body" sz="half" idx="2"/>
          </p:nvPr>
        </p:nvSpPr>
        <p:spPr>
          <a:xfrm>
            <a:off x="301752" y="2706914"/>
            <a:ext cx="3236976" cy="3553861"/>
          </a:xfrm>
        </p:spPr>
        <p:txBody>
          <a:bodyPr rtlCol="0"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
              <a:t>Haga clic para modificar los estilos de texto del patrón</a:t>
            </a:r>
          </a:p>
        </p:txBody>
      </p:sp>
      <p:sp>
        <p:nvSpPr>
          <p:cNvPr id="8" name="Marcador de posición de imagen 7">
            <a:extLst>
              <a:ext uri="{FF2B5EF4-FFF2-40B4-BE49-F238E27FC236}">
                <a16:creationId xmlns:a16="http://schemas.microsoft.com/office/drawing/2014/main" id="{6CCD178F-4127-FE67-2F5D-0F1CE7884398}"/>
              </a:ext>
            </a:extLst>
          </p:cNvPr>
          <p:cNvSpPr>
            <a:spLocks noGrp="1"/>
          </p:cNvSpPr>
          <p:nvPr>
            <p:ph type="pic" sz="quarter" idx="13" hasCustomPrompt="1"/>
          </p:nvPr>
        </p:nvSpPr>
        <p:spPr>
          <a:xfrm>
            <a:off x="5212080" y="1009816"/>
            <a:ext cx="6979920" cy="5856573"/>
          </a:xfrm>
          <a:blipFill>
            <a:blip r:embed="rId2">
              <a:alphaModFix amt="60000"/>
            </a:blip>
            <a:stretch>
              <a:fillRect/>
            </a:stretch>
          </a:blipFill>
        </p:spPr>
        <p:txBody>
          <a:bodyPr rtlCol="0"/>
          <a:lstStyle>
            <a:lvl1pPr>
              <a:defRPr/>
            </a:lvl1pPr>
          </a:lstStyle>
          <a:p>
            <a:pPr rtl="0"/>
            <a:r>
              <a:rPr lang="es"/>
              <a:t>    </a:t>
            </a:r>
          </a:p>
        </p:txBody>
      </p:sp>
    </p:spTree>
    <p:extLst>
      <p:ext uri="{BB962C8B-B14F-4D97-AF65-F5344CB8AC3E}">
        <p14:creationId xmlns:p14="http://schemas.microsoft.com/office/powerpoint/2010/main" val="408710521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2">
            <a:lum/>
          </a:blip>
          <a:srcRect/>
          <a:stretch>
            <a:fillRect t="-9000" b="-9000"/>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pPr rtl="0"/>
            <a:r>
              <a:rPr lang="es"/>
              <a:t>Haga clic para modificar el estilo de título del patrón</a:t>
            </a:r>
          </a:p>
        </p:txBody>
      </p:sp>
      <p:sp>
        <p:nvSpPr>
          <p:cNvPr id="4" name="Marcador de fecha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pPr rtl="0"/>
            <a:r>
              <a:rPr lang="es-EC"/>
              <a:t>24/11/2025</a:t>
            </a:r>
            <a:endParaRPr lang="en-US" dirty="0"/>
          </a:p>
        </p:txBody>
      </p:sp>
      <p:sp>
        <p:nvSpPr>
          <p:cNvPr id="5" name="Marcador de pie de página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pPr rtl="0"/>
            <a:r>
              <a:rPr lang="es-MX"/>
              <a:t>Link del proyecto: https://github.com/gusluzard/juego_snake.git</a:t>
            </a:r>
            <a:endParaRPr lang="en-US" dirty="0"/>
          </a:p>
        </p:txBody>
      </p:sp>
      <p:sp>
        <p:nvSpPr>
          <p:cNvPr id="6" name="Marcador de número de diapositiva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pPr rtl="0"/>
            <a:fld id="{5E0677F5-4A8A-4BF1-96BE-3BAE8FBAFE2E}" type="slidenum">
              <a:rPr lang="en-US" smtClean="0"/>
              <a:pPr rtl="0"/>
              <a:t>‹Nº›</a:t>
            </a:fld>
            <a:endParaRPr lang="en-US" dirty="0"/>
          </a:p>
        </p:txBody>
      </p:sp>
      <p:sp>
        <p:nvSpPr>
          <p:cNvPr id="3" name="Marcador de texto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cxnSp>
        <p:nvCxnSpPr>
          <p:cNvPr id="16" name="Conector recto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9977978"/>
      </p:ext>
    </p:extLst>
  </p:cSld>
  <p:clrMap bg1="dk1" tx1="lt1" bg2="dk2" tx2="lt2" accent1="accent1" accent2="accent2" accent3="accent3" accent4="accent4" accent5="accent5" accent6="accent6" hlink="hlink" folHlink="folHlink"/>
  <p:sldLayoutIdLst>
    <p:sldLayoutId id="2147483814" r:id="rId1"/>
    <p:sldLayoutId id="2147483838"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5" r:id="rId11"/>
    <p:sldLayoutId id="2147483826" r:id="rId12"/>
    <p:sldLayoutId id="2147483827" r:id="rId13"/>
    <p:sldLayoutId id="2147483828" r:id="rId14"/>
    <p:sldLayoutId id="2147483829" r:id="rId15"/>
    <p:sldLayoutId id="2147483830" r:id="rId16"/>
    <p:sldLayoutId id="2147483832" r:id="rId17"/>
    <p:sldLayoutId id="2147483833" r:id="rId18"/>
    <p:sldLayoutId id="2147483835" r:id="rId19"/>
    <p:sldLayoutId id="2147483836" r:id="rId20"/>
    <p:sldLayoutId id="2147483837" r:id="rId21"/>
    <p:sldLayoutId id="2147483839" r:id="rId22"/>
    <p:sldLayoutId id="2147483840" r:id="rId23"/>
    <p:sldLayoutId id="2147483841" r:id="rId24"/>
    <p:sldLayoutId id="2147483842" r:id="rId25"/>
    <p:sldLayoutId id="2147483844" r:id="rId26"/>
    <p:sldLayoutId id="2147483845" r:id="rId27"/>
    <p:sldLayoutId id="2147483846" r:id="rId28"/>
    <p:sldLayoutId id="2147483847" r:id="rId29"/>
    <p:sldLayoutId id="2147483848" r:id="rId30"/>
    <p:sldLayoutId id="2147483849" r:id="rId31"/>
    <p:sldLayoutId id="2147483850" r:id="rId32"/>
    <p:sldLayoutId id="2147483851" r:id="rId33"/>
    <p:sldLayoutId id="2147483852" r:id="rId34"/>
    <p:sldLayoutId id="2147483855" r:id="rId35"/>
    <p:sldLayoutId id="2147483856" r:id="rId36"/>
    <p:sldLayoutId id="2147483857" r:id="rId37"/>
    <p:sldLayoutId id="2147483858" r:id="rId38"/>
    <p:sldLayoutId id="2147483859" r:id="rId39"/>
    <p:sldLayoutId id="2147483861" r:id="rId40"/>
    <p:sldLayoutId id="2147483862" r:id="rId41"/>
    <p:sldLayoutId id="2147483863" r:id="rId42"/>
    <p:sldLayoutId id="2147483864" r:id="rId43"/>
    <p:sldLayoutId id="2147483865" r:id="rId44"/>
    <p:sldLayoutId id="2147483866" r:id="rId45"/>
    <p:sldLayoutId id="2147483867" r:id="rId46"/>
    <p:sldLayoutId id="2147483868" r:id="rId47"/>
    <p:sldLayoutId id="2147483870" r:id="rId48"/>
    <p:sldLayoutId id="2147483871" r:id="rId49"/>
    <p:sldLayoutId id="2147483872" r:id="rId50"/>
    <p:sldLayoutId id="2147483873" r:id="rId51"/>
    <p:sldLayoutId id="2147483874" r:id="rId52"/>
    <p:sldLayoutId id="2147483875" r:id="rId53"/>
    <p:sldLayoutId id="2147483876" r:id="rId54"/>
    <p:sldLayoutId id="2147483877" r:id="rId55"/>
    <p:sldLayoutId id="2147483878" r:id="rId56"/>
    <p:sldLayoutId id="2147483879" r:id="rId57"/>
    <p:sldLayoutId id="2147483880" r:id="rId58"/>
    <p:sldLayoutId id="2147483881" r:id="rId59"/>
    <p:sldLayoutId id="2147483882" r:id="rId60"/>
  </p:sldLayoutIdLst>
  <p:hf sldNum="0" hdr="0" ftr="0" dt="0"/>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userDrawn="1">
          <p15:clr>
            <a:srgbClr val="F26B43"/>
          </p15:clr>
        </p15:guide>
        <p15:guide id="22" orient="horz" pos="2160" userDrawn="1">
          <p15:clr>
            <a:srgbClr val="F26B43"/>
          </p15:clr>
        </p15:guide>
        <p15:guide id="23" pos="4800" userDrawn="1">
          <p15:clr>
            <a:srgbClr val="F26B43"/>
          </p15:clr>
        </p15:guide>
        <p15:guide id="24" orient="horz" pos="480" userDrawn="1">
          <p15:clr>
            <a:srgbClr val="F26B43"/>
          </p15:clr>
        </p15:guide>
        <p15:guide id="25" orient="horz" pos="864" userDrawn="1">
          <p15:clr>
            <a:srgbClr val="F26B43"/>
          </p15:clr>
        </p15:guide>
        <p15:guide id="26" pos="7392" userDrawn="1">
          <p15:clr>
            <a:srgbClr val="F26B43"/>
          </p15:clr>
        </p15:guide>
        <p15:guide id="27" orient="horz" pos="3840" userDrawn="1">
          <p15:clr>
            <a:srgbClr val="F26B43"/>
          </p15:clr>
        </p15:guide>
        <p15:guide id="28" pos="240" userDrawn="1">
          <p15:clr>
            <a:srgbClr val="F26B43"/>
          </p15:clr>
        </p15:guide>
        <p15:guide id="29" pos="74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3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xml"/><Relationship Id="rId1" Type="http://schemas.openxmlformats.org/officeDocument/2006/relationships/slideLayout" Target="../slideLayouts/slideLayout38.xml"/><Relationship Id="rId4" Type="http://schemas.openxmlformats.org/officeDocument/2006/relationships/image" Target="../media/image10.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1.xml"/><Relationship Id="rId1" Type="http://schemas.openxmlformats.org/officeDocument/2006/relationships/slideLayout" Target="../slideLayouts/slideLayout3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3.xml"/><Relationship Id="rId1" Type="http://schemas.openxmlformats.org/officeDocument/2006/relationships/slideLayout" Target="../slideLayouts/slideLayout25.xml"/><Relationship Id="rId4" Type="http://schemas.openxmlformats.org/officeDocument/2006/relationships/hyperlink" Target="https://github.com/gusluzard/juego_snake.gi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CA102D-36B7-2955-1054-2ABB455F1EBF}"/>
              </a:ext>
            </a:extLst>
          </p:cNvPr>
          <p:cNvSpPr>
            <a:spLocks noGrp="1"/>
          </p:cNvSpPr>
          <p:nvPr>
            <p:ph type="title"/>
          </p:nvPr>
        </p:nvSpPr>
        <p:spPr>
          <a:xfrm>
            <a:off x="268722" y="906109"/>
            <a:ext cx="3620078" cy="3445173"/>
          </a:xfrm>
        </p:spPr>
        <p:txBody>
          <a:bodyPr anchor="t">
            <a:noAutofit/>
          </a:bodyPr>
          <a:lstStyle/>
          <a:p>
            <a:r>
              <a:rPr lang="en-US" sz="2800" dirty="0"/>
              <a:t>Proyecto Final: </a:t>
            </a:r>
            <a:r>
              <a:rPr lang="es-EC" sz="2800" dirty="0"/>
              <a:t>Juego</a:t>
            </a:r>
            <a:r>
              <a:rPr lang="en-US" sz="2800" dirty="0"/>
              <a:t> de la </a:t>
            </a:r>
            <a:r>
              <a:rPr lang="es-EC" sz="2800" dirty="0"/>
              <a:t>Serpiente</a:t>
            </a:r>
            <a:r>
              <a:rPr lang="en-US" sz="2800" dirty="0"/>
              <a:t> </a:t>
            </a:r>
            <a:r>
              <a:rPr lang="es-EC" sz="2800" dirty="0"/>
              <a:t>en</a:t>
            </a:r>
            <a:r>
              <a:rPr lang="en-US" sz="2800" dirty="0"/>
              <a:t> Python</a:t>
            </a:r>
            <a:br>
              <a:rPr lang="en-US" sz="2800" dirty="0"/>
            </a:br>
            <a:br>
              <a:rPr lang="en-US" sz="2800" dirty="0"/>
            </a:br>
            <a:r>
              <a:rPr lang="es-EC" sz="2000" dirty="0"/>
              <a:t>Estudiante</a:t>
            </a:r>
            <a:r>
              <a:rPr lang="en-US" sz="2000" dirty="0"/>
              <a:t>: Gustavo Luzardo Soledispa</a:t>
            </a:r>
            <a:br>
              <a:rPr lang="en-US" sz="2000" dirty="0"/>
            </a:br>
            <a:br>
              <a:rPr lang="en-US" sz="2000" dirty="0"/>
            </a:br>
            <a:r>
              <a:rPr lang="es-EC" sz="2000" noProof="1"/>
              <a:t>Asignatura</a:t>
            </a:r>
            <a:r>
              <a:rPr lang="en-US" sz="2000" dirty="0"/>
              <a:t>: </a:t>
            </a:r>
            <a:r>
              <a:rPr lang="es-EC" sz="2000" dirty="0"/>
              <a:t>Lógica</a:t>
            </a:r>
            <a:r>
              <a:rPr lang="en-US" sz="2000" dirty="0"/>
              <a:t> de </a:t>
            </a:r>
            <a:r>
              <a:rPr lang="es-EC" sz="2000" dirty="0"/>
              <a:t>Programación</a:t>
            </a:r>
            <a:endParaRPr lang="es-EC" sz="2800" dirty="0"/>
          </a:p>
        </p:txBody>
      </p:sp>
      <p:pic>
        <p:nvPicPr>
          <p:cNvPr id="8" name="Picture Placeholder 7">
            <a:extLst>
              <a:ext uri="{FF2B5EF4-FFF2-40B4-BE49-F238E27FC236}">
                <a16:creationId xmlns:a16="http://schemas.microsoft.com/office/drawing/2014/main" id="{2CA4F436-F0AC-4375-804A-4A7550EAA60B}"/>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5278" r="15278"/>
          <a:stretch/>
        </p:blipFill>
        <p:spPr>
          <a:xfrm>
            <a:off x="4572034" y="0"/>
            <a:ext cx="7619932" cy="6858000"/>
          </a:xfrm>
          <a:blipFill>
            <a:blip r:embed="rId4">
              <a:alphaModFix amt="70000"/>
            </a:blip>
            <a:stretch>
              <a:fillRect/>
            </a:stretch>
          </a:blipFill>
        </p:spPr>
      </p:pic>
      <p:sp>
        <p:nvSpPr>
          <p:cNvPr id="2" name="AutoShape 2" descr="La Historia de Snake: Desde el Arcade Hasta Ahora">
            <a:extLst>
              <a:ext uri="{FF2B5EF4-FFF2-40B4-BE49-F238E27FC236}">
                <a16:creationId xmlns:a16="http://schemas.microsoft.com/office/drawing/2014/main" id="{F554FFB0-9C80-4593-A8DB-1FAD75A7908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C"/>
          </a:p>
        </p:txBody>
      </p:sp>
    </p:spTree>
    <p:extLst>
      <p:ext uri="{BB962C8B-B14F-4D97-AF65-F5344CB8AC3E}">
        <p14:creationId xmlns:p14="http://schemas.microsoft.com/office/powerpoint/2010/main" val="41681453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561DB8-6D17-6869-28F0-A89EE0640BDE}"/>
              </a:ext>
            </a:extLst>
          </p:cNvPr>
          <p:cNvSpPr>
            <a:spLocks noGrp="1"/>
          </p:cNvSpPr>
          <p:nvPr>
            <p:ph type="title"/>
          </p:nvPr>
        </p:nvSpPr>
        <p:spPr>
          <a:xfrm>
            <a:off x="3018499" y="952500"/>
            <a:ext cx="8887299" cy="5636798"/>
          </a:xfrm>
        </p:spPr>
        <p:txBody>
          <a:bodyPr anchor="b">
            <a:normAutofit/>
          </a:bodyPr>
          <a:lstStyle/>
          <a:p>
            <a:r>
              <a:rPr lang="en-US"/>
              <a:t>Introducción al Proyecto</a:t>
            </a:r>
          </a:p>
        </p:txBody>
      </p:sp>
    </p:spTree>
    <p:extLst>
      <p:ext uri="{BB962C8B-B14F-4D97-AF65-F5344CB8AC3E}">
        <p14:creationId xmlns:p14="http://schemas.microsoft.com/office/powerpoint/2010/main" val="42303392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0E04A-1B64-5ECC-A7F0-647D6B887920}"/>
              </a:ext>
            </a:extLst>
          </p:cNvPr>
          <p:cNvSpPr>
            <a:spLocks noGrp="1"/>
          </p:cNvSpPr>
          <p:nvPr>
            <p:ph type="title"/>
          </p:nvPr>
        </p:nvSpPr>
        <p:spPr>
          <a:xfrm>
            <a:off x="5210016" y="957435"/>
            <a:ext cx="6400800" cy="885847"/>
          </a:xfrm>
        </p:spPr>
        <p:txBody>
          <a:bodyPr anchor="b">
            <a:normAutofit/>
          </a:bodyPr>
          <a:lstStyle/>
          <a:p>
            <a:r>
              <a:rPr lang="en-US" dirty="0" err="1"/>
              <a:t>Descripción</a:t>
            </a:r>
            <a:r>
              <a:rPr lang="en-US" dirty="0"/>
              <a:t> y </a:t>
            </a:r>
            <a:r>
              <a:rPr lang="en-US" dirty="0" err="1"/>
              <a:t>Objetivo</a:t>
            </a:r>
            <a:endParaRPr lang="en-US" dirty="0"/>
          </a:p>
        </p:txBody>
      </p:sp>
      <p:pic>
        <p:nvPicPr>
          <p:cNvPr id="8" name="Content Placeholder 7">
            <a:extLst>
              <a:ext uri="{FF2B5EF4-FFF2-40B4-BE49-F238E27FC236}">
                <a16:creationId xmlns:a16="http://schemas.microsoft.com/office/drawing/2014/main" id="{7FBE551E-1A23-475C-B8FE-F2FF0CD6D639}"/>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l="28592" r="28592"/>
          <a:stretch/>
        </p:blipFill>
        <p:spPr>
          <a:xfrm>
            <a:off x="2" y="10"/>
            <a:ext cx="4698090" cy="6857991"/>
          </a:xfrm>
        </p:spPr>
      </p:pic>
      <p:sp>
        <p:nvSpPr>
          <p:cNvPr id="7" name="Content Placeholder 6">
            <a:extLst>
              <a:ext uri="{FF2B5EF4-FFF2-40B4-BE49-F238E27FC236}">
                <a16:creationId xmlns:a16="http://schemas.microsoft.com/office/drawing/2014/main" id="{8D109C9A-AA31-31D0-673D-7470A3826464}"/>
              </a:ext>
            </a:extLst>
          </p:cNvPr>
          <p:cNvSpPr>
            <a:spLocks noGrp="1"/>
          </p:cNvSpPr>
          <p:nvPr>
            <p:ph sz="quarter" idx="14"/>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a:xfrm>
            <a:off x="5210016" y="2054715"/>
            <a:ext cx="6400800" cy="4502965"/>
          </a:xfrm>
        </p:spPr>
        <p:txBody>
          <a:bodyPr>
            <a:normAutofit/>
          </a:bodyPr>
          <a:lstStyle/>
          <a:p>
            <a:pPr marL="0" indent="0">
              <a:spcBef>
                <a:spcPts val="2500"/>
              </a:spcBef>
              <a:buFont typeface="Arial" panose="020B0604020202020204" pitchFamily="34" charset="0"/>
              <a:buNone/>
            </a:pPr>
            <a:r>
              <a:rPr lang="en-US" b="1" dirty="0" err="1"/>
              <a:t>Implementación</a:t>
            </a:r>
            <a:r>
              <a:rPr lang="en-US" b="1" dirty="0"/>
              <a:t> del </a:t>
            </a:r>
            <a:r>
              <a:rPr lang="en-US" b="1" dirty="0" err="1"/>
              <a:t>Juego</a:t>
            </a:r>
            <a:r>
              <a:rPr lang="en-US" b="1" dirty="0"/>
              <a:t> </a:t>
            </a:r>
            <a:r>
              <a:rPr lang="en-US" b="1" dirty="0" err="1"/>
              <a:t>Serpiente</a:t>
            </a:r>
            <a:endParaRPr lang="en-US" b="1" dirty="0"/>
          </a:p>
          <a:p>
            <a:pPr marL="0" lvl="1" indent="0">
              <a:buFont typeface="Arial" panose="020B0604020202020204" pitchFamily="34" charset="0"/>
              <a:buNone/>
            </a:pPr>
            <a:r>
              <a:rPr dirty="0"/>
              <a:t>El </a:t>
            </a:r>
            <a:r>
              <a:rPr dirty="0" err="1"/>
              <a:t>proyecto</a:t>
            </a:r>
            <a:r>
              <a:rPr dirty="0"/>
              <a:t> </a:t>
            </a:r>
            <a:r>
              <a:rPr dirty="0" err="1"/>
              <a:t>utiliza</a:t>
            </a:r>
            <a:r>
              <a:rPr dirty="0"/>
              <a:t> Python para </a:t>
            </a:r>
            <a:r>
              <a:rPr dirty="0" err="1"/>
              <a:t>crear</a:t>
            </a:r>
            <a:r>
              <a:rPr dirty="0"/>
              <a:t> una </a:t>
            </a:r>
            <a:r>
              <a:rPr dirty="0" err="1"/>
              <a:t>versión</a:t>
            </a:r>
            <a:r>
              <a:rPr dirty="0"/>
              <a:t> </a:t>
            </a:r>
            <a:r>
              <a:rPr dirty="0" err="1"/>
              <a:t>interactiva</a:t>
            </a:r>
            <a:r>
              <a:rPr dirty="0"/>
              <a:t> del </a:t>
            </a:r>
            <a:r>
              <a:rPr dirty="0" err="1"/>
              <a:t>clásico</a:t>
            </a:r>
            <a:r>
              <a:rPr dirty="0"/>
              <a:t> </a:t>
            </a:r>
            <a:r>
              <a:rPr dirty="0" err="1"/>
              <a:t>juego</a:t>
            </a:r>
            <a:r>
              <a:rPr dirty="0"/>
              <a:t> de la </a:t>
            </a:r>
            <a:r>
              <a:rPr dirty="0" err="1"/>
              <a:t>serpiente</a:t>
            </a:r>
            <a:r>
              <a:rPr dirty="0"/>
              <a:t> </a:t>
            </a:r>
            <a:r>
              <a:rPr dirty="0" err="1"/>
              <a:t>ejecutado</a:t>
            </a:r>
            <a:r>
              <a:rPr dirty="0"/>
              <a:t> </a:t>
            </a:r>
            <a:r>
              <a:rPr dirty="0" err="1"/>
              <a:t>en</a:t>
            </a:r>
            <a:r>
              <a:rPr dirty="0"/>
              <a:t> </a:t>
            </a:r>
            <a:r>
              <a:rPr dirty="0" err="1"/>
              <a:t>consola</a:t>
            </a:r>
            <a:r>
              <a:rPr dirty="0"/>
              <a:t>.</a:t>
            </a:r>
            <a:endParaRPr lang="en-US" dirty="0"/>
          </a:p>
          <a:p>
            <a:pPr marL="0" indent="0">
              <a:spcBef>
                <a:spcPts val="2500"/>
              </a:spcBef>
              <a:buFont typeface="Arial" panose="020B0604020202020204" pitchFamily="34" charset="0"/>
              <a:buNone/>
            </a:pPr>
            <a:r>
              <a:rPr lang="en-US" b="1" dirty="0" err="1"/>
              <a:t>Conceptos</a:t>
            </a:r>
            <a:r>
              <a:rPr lang="en-US" b="1" dirty="0"/>
              <a:t> de </a:t>
            </a:r>
            <a:r>
              <a:rPr lang="en-US" b="1" dirty="0" err="1"/>
              <a:t>Lógica</a:t>
            </a:r>
            <a:r>
              <a:rPr lang="en-US" b="1" dirty="0"/>
              <a:t> </a:t>
            </a:r>
            <a:r>
              <a:rPr lang="en-US" b="1" dirty="0" err="1"/>
              <a:t>Aplicados</a:t>
            </a:r>
            <a:endParaRPr lang="en-US" b="1" dirty="0"/>
          </a:p>
          <a:p>
            <a:pPr marL="0" lvl="1" indent="0">
              <a:buFont typeface="Arial" panose="020B0604020202020204" pitchFamily="34" charset="0"/>
              <a:buNone/>
            </a:pPr>
            <a:r>
              <a:rPr dirty="0"/>
              <a:t>Se </a:t>
            </a:r>
            <a:r>
              <a:rPr dirty="0" err="1"/>
              <a:t>aplican</a:t>
            </a:r>
            <a:r>
              <a:rPr dirty="0"/>
              <a:t> </a:t>
            </a:r>
            <a:r>
              <a:rPr dirty="0" err="1"/>
              <a:t>estructuras</a:t>
            </a:r>
            <a:r>
              <a:rPr dirty="0"/>
              <a:t> de control, </a:t>
            </a:r>
            <a:r>
              <a:rPr dirty="0" err="1"/>
              <a:t>manejo</a:t>
            </a:r>
            <a:r>
              <a:rPr dirty="0"/>
              <a:t> de </a:t>
            </a:r>
            <a:r>
              <a:rPr dirty="0" err="1"/>
              <a:t>eventos</a:t>
            </a:r>
            <a:r>
              <a:rPr dirty="0"/>
              <a:t> y </a:t>
            </a:r>
            <a:r>
              <a:rPr dirty="0" err="1"/>
              <a:t>listas</a:t>
            </a:r>
            <a:r>
              <a:rPr dirty="0"/>
              <a:t> para </a:t>
            </a:r>
            <a:r>
              <a:rPr dirty="0" err="1"/>
              <a:t>simular</a:t>
            </a:r>
            <a:r>
              <a:rPr dirty="0"/>
              <a:t> un </a:t>
            </a:r>
            <a:r>
              <a:rPr dirty="0" err="1"/>
              <a:t>comportamiento</a:t>
            </a:r>
            <a:r>
              <a:rPr dirty="0"/>
              <a:t> </a:t>
            </a:r>
            <a:r>
              <a:rPr dirty="0" err="1"/>
              <a:t>dinámico</a:t>
            </a:r>
            <a:r>
              <a:rPr dirty="0"/>
              <a:t> y </a:t>
            </a:r>
            <a:r>
              <a:rPr dirty="0" err="1"/>
              <a:t>entretenido</a:t>
            </a:r>
            <a:r>
              <a:rPr dirty="0"/>
              <a:t>.</a:t>
            </a:r>
            <a:endParaRPr lang="en-US" dirty="0"/>
          </a:p>
          <a:p>
            <a:pPr marL="0" indent="0">
              <a:spcBef>
                <a:spcPts val="2500"/>
              </a:spcBef>
              <a:buFont typeface="Arial" panose="020B0604020202020204" pitchFamily="34" charset="0"/>
              <a:buNone/>
            </a:pPr>
            <a:r>
              <a:rPr lang="en-US" b="1" dirty="0" err="1"/>
              <a:t>Objetivo</a:t>
            </a:r>
            <a:r>
              <a:rPr lang="en-US" b="1" dirty="0"/>
              <a:t> </a:t>
            </a:r>
            <a:r>
              <a:rPr lang="en-US" b="1" dirty="0" err="1"/>
              <a:t>Educativo</a:t>
            </a:r>
            <a:endParaRPr lang="en-US" b="1" dirty="0"/>
          </a:p>
          <a:p>
            <a:pPr marL="0" lvl="1" indent="0">
              <a:buFont typeface="Arial" panose="020B0604020202020204" pitchFamily="34" charset="0"/>
              <a:buNone/>
            </a:pPr>
            <a:r>
              <a:rPr dirty="0" err="1"/>
              <a:t>Consolidar</a:t>
            </a:r>
            <a:r>
              <a:rPr dirty="0"/>
              <a:t> </a:t>
            </a:r>
            <a:r>
              <a:rPr dirty="0" err="1"/>
              <a:t>conocimientos</a:t>
            </a:r>
            <a:r>
              <a:rPr dirty="0"/>
              <a:t> </a:t>
            </a:r>
            <a:r>
              <a:rPr dirty="0" err="1"/>
              <a:t>teóricos</a:t>
            </a:r>
            <a:r>
              <a:rPr dirty="0"/>
              <a:t> de </a:t>
            </a:r>
            <a:r>
              <a:rPr dirty="0" err="1"/>
              <a:t>programación</a:t>
            </a:r>
            <a:r>
              <a:rPr dirty="0"/>
              <a:t> </a:t>
            </a:r>
            <a:r>
              <a:rPr dirty="0" err="1"/>
              <a:t>mediante</a:t>
            </a:r>
            <a:r>
              <a:rPr dirty="0"/>
              <a:t> una </a:t>
            </a:r>
            <a:r>
              <a:rPr dirty="0" err="1"/>
              <a:t>aplicación</a:t>
            </a:r>
            <a:r>
              <a:rPr dirty="0"/>
              <a:t> </a:t>
            </a:r>
            <a:r>
              <a:rPr dirty="0" err="1"/>
              <a:t>práctica</a:t>
            </a:r>
            <a:r>
              <a:rPr dirty="0"/>
              <a:t> y </a:t>
            </a:r>
            <a:r>
              <a:rPr dirty="0" err="1"/>
              <a:t>creativa</a:t>
            </a:r>
            <a:r>
              <a:rPr dirty="0"/>
              <a:t> </a:t>
            </a:r>
            <a:r>
              <a:rPr dirty="0" err="1"/>
              <a:t>enfocada</a:t>
            </a:r>
            <a:r>
              <a:rPr dirty="0"/>
              <a:t> </a:t>
            </a:r>
            <a:r>
              <a:rPr dirty="0" err="1"/>
              <a:t>en</a:t>
            </a:r>
            <a:r>
              <a:rPr dirty="0"/>
              <a:t> </a:t>
            </a:r>
            <a:r>
              <a:rPr dirty="0" err="1"/>
              <a:t>videojuegos</a:t>
            </a:r>
            <a:r>
              <a:rPr dirty="0"/>
              <a:t> </a:t>
            </a:r>
            <a:r>
              <a:rPr dirty="0" err="1"/>
              <a:t>básicos</a:t>
            </a:r>
            <a:r>
              <a:rPr dirty="0"/>
              <a:t>.</a:t>
            </a:r>
            <a:endParaRPr lang="en-US" dirty="0"/>
          </a:p>
        </p:txBody>
      </p:sp>
    </p:spTree>
    <p:extLst>
      <p:ext uri="{BB962C8B-B14F-4D97-AF65-F5344CB8AC3E}">
        <p14:creationId xmlns:p14="http://schemas.microsoft.com/office/powerpoint/2010/main" val="34470132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6806139-0C71-E0E3-0E44-26D0F6F7DB82}"/>
              </a:ext>
            </a:extLst>
          </p:cNvPr>
          <p:cNvSpPr>
            <a:spLocks noGrp="1"/>
          </p:cNvSpPr>
          <p:nvPr>
            <p:ph type="title"/>
          </p:nvPr>
        </p:nvSpPr>
        <p:spPr>
          <a:xfrm>
            <a:off x="3018499" y="952500"/>
            <a:ext cx="8887299" cy="5636798"/>
          </a:xfrm>
        </p:spPr>
        <p:txBody>
          <a:bodyPr anchor="b">
            <a:normAutofit/>
          </a:bodyPr>
          <a:lstStyle/>
          <a:p>
            <a:r>
              <a:rPr lang="en-US"/>
              <a:t>Flujo del Juego</a:t>
            </a:r>
          </a:p>
        </p:txBody>
      </p:sp>
    </p:spTree>
    <p:extLst>
      <p:ext uri="{BB962C8B-B14F-4D97-AF65-F5344CB8AC3E}">
        <p14:creationId xmlns:p14="http://schemas.microsoft.com/office/powerpoint/2010/main" val="14743735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DCD0F-F21D-44BF-C88E-FC74D7C4AA29}"/>
              </a:ext>
            </a:extLst>
          </p:cNvPr>
          <p:cNvSpPr>
            <a:spLocks noGrp="1"/>
          </p:cNvSpPr>
          <p:nvPr>
            <p:ph type="title"/>
          </p:nvPr>
        </p:nvSpPr>
        <p:spPr>
          <a:xfrm>
            <a:off x="301752" y="1010934"/>
            <a:ext cx="3507418" cy="1398494"/>
          </a:xfrm>
        </p:spPr>
        <p:txBody>
          <a:bodyPr anchor="t">
            <a:normAutofit/>
          </a:bodyPr>
          <a:lstStyle/>
          <a:p>
            <a:r>
              <a:rPr lang="en-US"/>
              <a:t>Diagrama y Secuencia Lógica</a:t>
            </a:r>
          </a:p>
        </p:txBody>
      </p:sp>
      <p:sp>
        <p:nvSpPr>
          <p:cNvPr id="7" name="Content Placeholder 6">
            <a:extLst>
              <a:ext uri="{FF2B5EF4-FFF2-40B4-BE49-F238E27FC236}">
                <a16:creationId xmlns:a16="http://schemas.microsoft.com/office/drawing/2014/main" id="{9EAE709C-3634-8DA6-934C-74BD66C4253C}"/>
              </a:ext>
            </a:extLst>
          </p:cNvPr>
          <p:cNvSpPr>
            <a:spLocks noGrp="1"/>
          </p:cNvSpPr>
          <p:nvPr>
            <p:ph sz="quarter" idx="13"/>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a:xfrm>
            <a:off x="4932679" y="1010932"/>
            <a:ext cx="6492240" cy="5212080"/>
          </a:xfrm>
        </p:spPr>
        <p:txBody>
          <a:bodyPr>
            <a:normAutofit/>
          </a:bodyPr>
          <a:lstStyle/>
          <a:p>
            <a:pPr marL="0" indent="0">
              <a:spcBef>
                <a:spcPts val="2500"/>
              </a:spcBef>
              <a:buFont typeface="Arial" panose="020B0604020202020204" pitchFamily="34" charset="0"/>
              <a:buNone/>
            </a:pPr>
            <a:r>
              <a:rPr lang="en-US" b="1"/>
              <a:t>Inicio y Configuración</a:t>
            </a:r>
          </a:p>
          <a:p>
            <a:pPr marL="0" lvl="1" indent="0">
              <a:buFont typeface="Arial" panose="020B0604020202020204" pitchFamily="34" charset="0"/>
              <a:buNone/>
            </a:pPr>
            <a:r>
              <a:t>El juego comienza configurando el mapa y la posición inicial de la serpiente para establecer el entorno de juego.</a:t>
            </a:r>
            <a:endParaRPr lang="en-US"/>
          </a:p>
          <a:p>
            <a:pPr marL="0" indent="0">
              <a:spcBef>
                <a:spcPts val="2500"/>
              </a:spcBef>
              <a:buFont typeface="Arial" panose="020B0604020202020204" pitchFamily="34" charset="0"/>
              <a:buNone/>
            </a:pPr>
            <a:r>
              <a:rPr lang="en-US" b="1"/>
              <a:t>Captura de Direcciones</a:t>
            </a:r>
          </a:p>
          <a:p>
            <a:pPr marL="0" lvl="1" indent="0">
              <a:buFont typeface="Arial" panose="020B0604020202020204" pitchFamily="34" charset="0"/>
              <a:buNone/>
            </a:pPr>
            <a:r>
              <a:t>Se activa la escucha de eventos de teclado para capturar las direcciones del jugador durante el juego.</a:t>
            </a:r>
            <a:endParaRPr lang="en-US"/>
          </a:p>
          <a:p>
            <a:pPr marL="0" indent="0">
              <a:spcBef>
                <a:spcPts val="2500"/>
              </a:spcBef>
              <a:buFont typeface="Arial" panose="020B0604020202020204" pitchFamily="34" charset="0"/>
              <a:buNone/>
            </a:pPr>
            <a:r>
              <a:rPr lang="en-US" b="1"/>
              <a:t>Detección de Colisiones</a:t>
            </a:r>
          </a:p>
          <a:p>
            <a:pPr marL="0" lvl="1" indent="0">
              <a:buFont typeface="Arial" panose="020B0604020202020204" pitchFamily="34" charset="0"/>
              <a:buNone/>
            </a:pPr>
            <a:r>
              <a:t>El sistema verifica si la nueva posición de la serpiente colisiona con paredes o su cuerpo para finalizar el juego si es necesario.</a:t>
            </a:r>
            <a:endParaRPr lang="en-US"/>
          </a:p>
          <a:p>
            <a:pPr marL="0" indent="0">
              <a:spcBef>
                <a:spcPts val="2500"/>
              </a:spcBef>
              <a:buFont typeface="Arial" panose="020B0604020202020204" pitchFamily="34" charset="0"/>
              <a:buNone/>
            </a:pPr>
            <a:r>
              <a:rPr lang="en-US" b="1"/>
              <a:t>Actualización y Movimiento</a:t>
            </a:r>
          </a:p>
          <a:p>
            <a:pPr marL="0" lvl="1" indent="0">
              <a:buFont typeface="Arial" panose="020B0604020202020204" pitchFamily="34" charset="0"/>
              <a:buNone/>
            </a:pPr>
            <a:r>
              <a:t>La serpiente se mueve añadiendo la nueva cabeza y eliminando el último segmento si no ha comido, redibujando el mapa continuamente.</a:t>
            </a:r>
            <a:endParaRPr lang="en-US"/>
          </a:p>
        </p:txBody>
      </p:sp>
      <p:pic>
        <p:nvPicPr>
          <p:cNvPr id="11" name="Marcador de posición de imagen 10">
            <a:extLst>
              <a:ext uri="{FF2B5EF4-FFF2-40B4-BE49-F238E27FC236}">
                <a16:creationId xmlns:a16="http://schemas.microsoft.com/office/drawing/2014/main" id="{1C9665C3-8F86-4ACD-B140-37C084BBBB39}"/>
              </a:ext>
            </a:extLst>
          </p:cNvPr>
          <p:cNvPicPr>
            <a:picLocks noGrp="1" noChangeAspect="1"/>
          </p:cNvPicPr>
          <p:nvPr>
            <p:ph type="pic" sz="quarter" idx="17"/>
          </p:nvPr>
        </p:nvPicPr>
        <p:blipFill rotWithShape="1">
          <a:blip r:embed="rId3">
            <a:extLst>
              <a:ext uri="{28A0092B-C50C-407E-A947-70E740481C1C}">
                <a14:useLocalDpi xmlns:a14="http://schemas.microsoft.com/office/drawing/2010/main" val="0"/>
              </a:ext>
            </a:extLst>
          </a:blip>
          <a:srcRect t="666" b="516"/>
          <a:stretch/>
        </p:blipFill>
        <p:spPr>
          <a:xfrm>
            <a:off x="850851" y="2011031"/>
            <a:ext cx="2833643" cy="4107937"/>
          </a:xfrm>
        </p:spPr>
      </p:pic>
    </p:spTree>
    <p:extLst>
      <p:ext uri="{BB962C8B-B14F-4D97-AF65-F5344CB8AC3E}">
        <p14:creationId xmlns:p14="http://schemas.microsoft.com/office/powerpoint/2010/main" val="40554444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9746D5-9D78-6B17-776A-F6213B4D4DE6}"/>
              </a:ext>
            </a:extLst>
          </p:cNvPr>
          <p:cNvSpPr>
            <a:spLocks noGrp="1"/>
          </p:cNvSpPr>
          <p:nvPr>
            <p:ph type="title"/>
          </p:nvPr>
        </p:nvSpPr>
        <p:spPr>
          <a:xfrm>
            <a:off x="3018499" y="952500"/>
            <a:ext cx="8887299" cy="5636798"/>
          </a:xfrm>
        </p:spPr>
        <p:txBody>
          <a:bodyPr anchor="b">
            <a:normAutofit/>
          </a:bodyPr>
          <a:lstStyle/>
          <a:p>
            <a:r>
              <a:rPr lang="en-US"/>
              <a:t>Tecnologías Utilizadas</a:t>
            </a:r>
          </a:p>
        </p:txBody>
      </p:sp>
    </p:spTree>
    <p:extLst>
      <p:ext uri="{BB962C8B-B14F-4D97-AF65-F5344CB8AC3E}">
        <p14:creationId xmlns:p14="http://schemas.microsoft.com/office/powerpoint/2010/main" val="30942808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689E5-F198-4305-E51B-6D059C982B21}"/>
              </a:ext>
            </a:extLst>
          </p:cNvPr>
          <p:cNvSpPr>
            <a:spLocks noGrp="1"/>
          </p:cNvSpPr>
          <p:nvPr>
            <p:ph type="title"/>
          </p:nvPr>
        </p:nvSpPr>
        <p:spPr>
          <a:xfrm>
            <a:off x="5210016" y="957435"/>
            <a:ext cx="6400800" cy="885847"/>
          </a:xfrm>
        </p:spPr>
        <p:txBody>
          <a:bodyPr anchor="b">
            <a:normAutofit/>
          </a:bodyPr>
          <a:lstStyle/>
          <a:p>
            <a:r>
              <a:rPr lang="en-US"/>
              <a:t>Lenguaje y Librerías</a:t>
            </a:r>
          </a:p>
        </p:txBody>
      </p:sp>
      <p:pic>
        <p:nvPicPr>
          <p:cNvPr id="8" name="Content Placeholder 7" descr="Concepto de tecnología digital">
            <a:extLst>
              <a:ext uri="{FF2B5EF4-FFF2-40B4-BE49-F238E27FC236}">
                <a16:creationId xmlns:a16="http://schemas.microsoft.com/office/drawing/2014/main" id="{4A294A90-DE88-4C56-9AFA-5AD84D86BB2E}"/>
              </a:ext>
            </a:extLst>
          </p:cNvPr>
          <p:cNvPicPr>
            <a:picLocks noGrp="1" noChangeAspect="1"/>
          </p:cNvPicPr>
          <p:nvPr>
            <p:ph type="pic" sz="quarter" idx="15"/>
          </p:nvPr>
        </p:nvPicPr>
        <p:blipFill>
          <a:blip r:embed="rId3"/>
          <a:srcRect l="44088" r="17378"/>
          <a:stretch>
            <a:fillRect/>
          </a:stretch>
        </p:blipFill>
        <p:spPr>
          <a:xfrm>
            <a:off x="2" y="10"/>
            <a:ext cx="4698090" cy="6857991"/>
          </a:xfrm>
        </p:spPr>
      </p:pic>
      <p:sp>
        <p:nvSpPr>
          <p:cNvPr id="7" name="Content Placeholder 6">
            <a:extLst>
              <a:ext uri="{FF2B5EF4-FFF2-40B4-BE49-F238E27FC236}">
                <a16:creationId xmlns:a16="http://schemas.microsoft.com/office/drawing/2014/main" id="{EFA71DAE-11DC-3D58-847B-3A287AF33492}"/>
              </a:ext>
            </a:extLst>
          </p:cNvPr>
          <p:cNvSpPr>
            <a:spLocks noGrp="1"/>
          </p:cNvSpPr>
          <p:nvPr>
            <p:ph sz="quarter" idx="14"/>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a:xfrm>
            <a:off x="5210016" y="2054715"/>
            <a:ext cx="6400800" cy="4502965"/>
          </a:xfrm>
        </p:spPr>
        <p:txBody>
          <a:bodyPr>
            <a:normAutofit/>
          </a:bodyPr>
          <a:lstStyle/>
          <a:p>
            <a:pPr marL="0" indent="0">
              <a:spcBef>
                <a:spcPts val="2500"/>
              </a:spcBef>
              <a:buFont typeface="Arial" panose="020B0604020202020204" pitchFamily="34" charset="0"/>
              <a:buNone/>
            </a:pPr>
            <a:r>
              <a:rPr lang="en-US" b="1"/>
              <a:t>Uso de Python</a:t>
            </a:r>
          </a:p>
          <a:p>
            <a:pPr marL="0" lvl="1" indent="0">
              <a:buFont typeface="Arial" panose="020B0604020202020204" pitchFamily="34" charset="0"/>
              <a:buNone/>
            </a:pPr>
            <a:r>
              <a:t>Python es un lenguaje versátil ampliamente usado en educación y desarrollo profesional.</a:t>
            </a:r>
            <a:endParaRPr lang="en-US"/>
          </a:p>
          <a:p>
            <a:pPr marL="0" indent="0">
              <a:spcBef>
                <a:spcPts val="2500"/>
              </a:spcBef>
              <a:buFont typeface="Arial" panose="020B0604020202020204" pitchFamily="34" charset="0"/>
              <a:buNone/>
            </a:pPr>
            <a:r>
              <a:rPr lang="en-US" b="1"/>
              <a:t>Librería random</a:t>
            </a:r>
          </a:p>
          <a:p>
            <a:pPr marL="0" lvl="1" indent="0">
              <a:buFont typeface="Arial" panose="020B0604020202020204" pitchFamily="34" charset="0"/>
              <a:buNone/>
            </a:pPr>
            <a:r>
              <a:t>La librería random genera posiciones aleatorias para la comida evitando solapamientos con la serpiente.</a:t>
            </a:r>
            <a:endParaRPr lang="en-US"/>
          </a:p>
          <a:p>
            <a:pPr marL="0" indent="0">
              <a:spcBef>
                <a:spcPts val="2500"/>
              </a:spcBef>
              <a:buFont typeface="Arial" panose="020B0604020202020204" pitchFamily="34" charset="0"/>
              <a:buNone/>
            </a:pPr>
            <a:r>
              <a:rPr lang="en-US" b="1"/>
              <a:t>Control de velocidad con time</a:t>
            </a:r>
          </a:p>
          <a:p>
            <a:pPr marL="0" lvl="1" indent="0">
              <a:buFont typeface="Arial" panose="020B0604020202020204" pitchFamily="34" charset="0"/>
              <a:buNone/>
            </a:pPr>
            <a:r>
              <a:t>La librería time controla la velocidad del juego con pausas para mejorar la experiencia visual.</a:t>
            </a:r>
            <a:endParaRPr lang="en-US"/>
          </a:p>
          <a:p>
            <a:pPr marL="0" indent="0">
              <a:spcBef>
                <a:spcPts val="2500"/>
              </a:spcBef>
              <a:buFont typeface="Arial" panose="020B0604020202020204" pitchFamily="34" charset="0"/>
              <a:buNone/>
            </a:pPr>
            <a:r>
              <a:rPr lang="en-US" b="1"/>
              <a:t>Captura de teclado con pynput</a:t>
            </a:r>
          </a:p>
          <a:p>
            <a:pPr marL="0" lvl="1" indent="0">
              <a:buFont typeface="Arial" panose="020B0604020202020204" pitchFamily="34" charset="0"/>
              <a:buNone/>
            </a:pPr>
            <a:r>
              <a:t>La librería pynput permite capturar eventos de teclado para cambiar dirección en tiempo real.</a:t>
            </a:r>
            <a:endParaRPr lang="en-US"/>
          </a:p>
        </p:txBody>
      </p:sp>
    </p:spTree>
    <p:extLst>
      <p:ext uri="{BB962C8B-B14F-4D97-AF65-F5344CB8AC3E}">
        <p14:creationId xmlns:p14="http://schemas.microsoft.com/office/powerpoint/2010/main" val="27435243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DB79F31-1E36-DE96-0696-AE0AC31745F6}"/>
              </a:ext>
            </a:extLst>
          </p:cNvPr>
          <p:cNvSpPr>
            <a:spLocks noGrp="1"/>
          </p:cNvSpPr>
          <p:nvPr>
            <p:ph type="title"/>
          </p:nvPr>
        </p:nvSpPr>
        <p:spPr>
          <a:xfrm>
            <a:off x="3018499" y="952500"/>
            <a:ext cx="8887299" cy="5636798"/>
          </a:xfrm>
        </p:spPr>
        <p:txBody>
          <a:bodyPr anchor="b">
            <a:normAutofit/>
          </a:bodyPr>
          <a:lstStyle/>
          <a:p>
            <a:r>
              <a:rPr lang="en-US"/>
              <a:t>Estructura del Código</a:t>
            </a:r>
          </a:p>
        </p:txBody>
      </p:sp>
    </p:spTree>
    <p:extLst>
      <p:ext uri="{BB962C8B-B14F-4D97-AF65-F5344CB8AC3E}">
        <p14:creationId xmlns:p14="http://schemas.microsoft.com/office/powerpoint/2010/main" val="37555424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2BC2F-F08E-809D-4BB6-80D7A2CA8024}"/>
              </a:ext>
            </a:extLst>
          </p:cNvPr>
          <p:cNvSpPr>
            <a:spLocks noGrp="1"/>
          </p:cNvSpPr>
          <p:nvPr>
            <p:ph type="title"/>
          </p:nvPr>
        </p:nvSpPr>
        <p:spPr>
          <a:xfrm>
            <a:off x="5210016" y="957435"/>
            <a:ext cx="6400800" cy="885847"/>
          </a:xfrm>
        </p:spPr>
        <p:txBody>
          <a:bodyPr anchor="b">
            <a:normAutofit/>
          </a:bodyPr>
          <a:lstStyle/>
          <a:p>
            <a:r>
              <a:rPr lang="en-US"/>
              <a:t>Componentes y Funciones Clave</a:t>
            </a:r>
          </a:p>
        </p:txBody>
      </p:sp>
      <p:sp>
        <p:nvSpPr>
          <p:cNvPr id="7" name="Content Placeholder 6">
            <a:extLst>
              <a:ext uri="{FF2B5EF4-FFF2-40B4-BE49-F238E27FC236}">
                <a16:creationId xmlns:a16="http://schemas.microsoft.com/office/drawing/2014/main" id="{47FA988B-815D-9EE6-44D6-C9C30D899EFA}"/>
              </a:ext>
            </a:extLst>
          </p:cNvPr>
          <p:cNvSpPr>
            <a:spLocks noGrp="1"/>
          </p:cNvSpPr>
          <p:nvPr>
            <p:ph sz="quarter" idx="14"/>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a:xfrm>
            <a:off x="5210016" y="2054715"/>
            <a:ext cx="6400800" cy="4502965"/>
          </a:xfrm>
        </p:spPr>
        <p:txBody>
          <a:bodyPr>
            <a:normAutofit/>
          </a:bodyPr>
          <a:lstStyle/>
          <a:p>
            <a:pPr marL="0" indent="0">
              <a:spcBef>
                <a:spcPts val="2500"/>
              </a:spcBef>
              <a:buFont typeface="Arial" panose="020B0604020202020204" pitchFamily="34" charset="0"/>
              <a:buNone/>
            </a:pPr>
            <a:r>
              <a:rPr lang="en-US" b="1"/>
              <a:t>Configuración Inicial</a:t>
            </a:r>
          </a:p>
          <a:p>
            <a:pPr marL="0" lvl="1" indent="0">
              <a:buFont typeface="Arial" panose="020B0604020202020204" pitchFamily="34" charset="0"/>
              <a:buNone/>
            </a:pPr>
            <a:r>
              <a:t>Define tamaño del mapa, velocidad de movimiento y posición inicial de la serpiente para iniciar el juego.</a:t>
            </a:r>
            <a:endParaRPr lang="en-US"/>
          </a:p>
          <a:p>
            <a:pPr marL="0" indent="0">
              <a:spcBef>
                <a:spcPts val="2500"/>
              </a:spcBef>
              <a:buFont typeface="Arial" panose="020B0604020202020204" pitchFamily="34" charset="0"/>
              <a:buNone/>
            </a:pPr>
            <a:r>
              <a:rPr lang="en-US" b="1"/>
              <a:t>Generar Comida</a:t>
            </a:r>
          </a:p>
          <a:p>
            <a:pPr marL="0" lvl="1" indent="0">
              <a:buFont typeface="Arial" panose="020B0604020202020204" pitchFamily="34" charset="0"/>
              <a:buNone/>
            </a:pPr>
            <a:r>
              <a:t>Función que ubica comida en posición aleatoria sin coincidir con el cuerpo de la serpiente.</a:t>
            </a:r>
            <a:endParaRPr lang="en-US"/>
          </a:p>
          <a:p>
            <a:pPr marL="0" indent="0">
              <a:spcBef>
                <a:spcPts val="2500"/>
              </a:spcBef>
              <a:buFont typeface="Arial" panose="020B0604020202020204" pitchFamily="34" charset="0"/>
              <a:buNone/>
            </a:pPr>
            <a:r>
              <a:rPr lang="en-US" b="1"/>
              <a:t>Dibujar Mapa</a:t>
            </a:r>
          </a:p>
          <a:p>
            <a:pPr marL="0" lvl="1" indent="0">
              <a:buFont typeface="Arial" panose="020B0604020202020204" pitchFamily="34" charset="0"/>
              <a:buNone/>
            </a:pPr>
            <a:r>
              <a:t>Imprime en consola el estado del juego con serpiente, comida y bordes visibles para el jugador.</a:t>
            </a:r>
            <a:endParaRPr lang="en-US"/>
          </a:p>
          <a:p>
            <a:pPr marL="0" indent="0">
              <a:spcBef>
                <a:spcPts val="2500"/>
              </a:spcBef>
              <a:buFont typeface="Arial" panose="020B0604020202020204" pitchFamily="34" charset="0"/>
              <a:buNone/>
            </a:pPr>
            <a:r>
              <a:rPr lang="en-US" b="1"/>
              <a:t>Interacción y Lógica Principal</a:t>
            </a:r>
          </a:p>
          <a:p>
            <a:pPr marL="0" lvl="1" indent="0">
              <a:buFont typeface="Arial" panose="020B0604020202020204" pitchFamily="34" charset="0"/>
              <a:buNone/>
            </a:pPr>
            <a:r>
              <a:t>Captura teclas para controlar movimiento y gestiona colisiones, crecimiento y velocidad de la serpiente.</a:t>
            </a:r>
            <a:endParaRPr lang="en-US"/>
          </a:p>
        </p:txBody>
      </p:sp>
      <p:pic>
        <p:nvPicPr>
          <p:cNvPr id="13" name="Imagen 12">
            <a:extLst>
              <a:ext uri="{FF2B5EF4-FFF2-40B4-BE49-F238E27FC236}">
                <a16:creationId xmlns:a16="http://schemas.microsoft.com/office/drawing/2014/main" id="{C4175982-E83D-43E5-811C-FDCBDDADD0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447" y="1572702"/>
            <a:ext cx="3334871" cy="4865536"/>
          </a:xfrm>
          <a:prstGeom prst="rect">
            <a:avLst/>
          </a:prstGeom>
        </p:spPr>
      </p:pic>
      <p:pic>
        <p:nvPicPr>
          <p:cNvPr id="11" name="Imagen 10">
            <a:extLst>
              <a:ext uri="{FF2B5EF4-FFF2-40B4-BE49-F238E27FC236}">
                <a16:creationId xmlns:a16="http://schemas.microsoft.com/office/drawing/2014/main" id="{CA425853-1E27-416E-B14E-F206ED7A3A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90033" y="419762"/>
            <a:ext cx="3070242" cy="2233417"/>
          </a:xfrm>
          <a:prstGeom prst="rect">
            <a:avLst/>
          </a:prstGeom>
        </p:spPr>
      </p:pic>
    </p:spTree>
    <p:extLst>
      <p:ext uri="{BB962C8B-B14F-4D97-AF65-F5344CB8AC3E}">
        <p14:creationId xmlns:p14="http://schemas.microsoft.com/office/powerpoint/2010/main" val="14230446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77FA426-0C38-F3B8-D6BF-3581F8E306B8}"/>
              </a:ext>
            </a:extLst>
          </p:cNvPr>
          <p:cNvSpPr>
            <a:spLocks noGrp="1"/>
          </p:cNvSpPr>
          <p:nvPr>
            <p:ph type="title"/>
          </p:nvPr>
        </p:nvSpPr>
        <p:spPr>
          <a:xfrm>
            <a:off x="3018499" y="952500"/>
            <a:ext cx="8887299" cy="5636798"/>
          </a:xfrm>
        </p:spPr>
        <p:txBody>
          <a:bodyPr anchor="b">
            <a:normAutofit/>
          </a:bodyPr>
          <a:lstStyle/>
          <a:p>
            <a:r>
              <a:rPr lang="en-US"/>
              <a:t>Características del Juego</a:t>
            </a:r>
          </a:p>
        </p:txBody>
      </p:sp>
    </p:spTree>
    <p:extLst>
      <p:ext uri="{BB962C8B-B14F-4D97-AF65-F5344CB8AC3E}">
        <p14:creationId xmlns:p14="http://schemas.microsoft.com/office/powerpoint/2010/main" val="26600287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5D021-E78D-94DC-B957-4073C8886650}"/>
              </a:ext>
            </a:extLst>
          </p:cNvPr>
          <p:cNvSpPr>
            <a:spLocks noGrp="1"/>
          </p:cNvSpPr>
          <p:nvPr>
            <p:ph type="title"/>
          </p:nvPr>
        </p:nvSpPr>
        <p:spPr>
          <a:xfrm>
            <a:off x="4896820" y="528916"/>
            <a:ext cx="3507418" cy="1398494"/>
          </a:xfrm>
        </p:spPr>
        <p:txBody>
          <a:bodyPr anchor="t">
            <a:normAutofit/>
          </a:bodyPr>
          <a:lstStyle/>
          <a:p>
            <a:r>
              <a:rPr lang="en-US" dirty="0" err="1"/>
              <a:t>Funcionalidades</a:t>
            </a:r>
            <a:r>
              <a:rPr lang="en-US" dirty="0"/>
              <a:t> </a:t>
            </a:r>
            <a:r>
              <a:rPr lang="en-US" dirty="0" err="1"/>
              <a:t>Principales</a:t>
            </a:r>
            <a:endParaRPr lang="en-US" dirty="0"/>
          </a:p>
        </p:txBody>
      </p:sp>
      <p:sp>
        <p:nvSpPr>
          <p:cNvPr id="7" name="Content Placeholder 6">
            <a:extLst>
              <a:ext uri="{FF2B5EF4-FFF2-40B4-BE49-F238E27FC236}">
                <a16:creationId xmlns:a16="http://schemas.microsoft.com/office/drawing/2014/main" id="{741FA8C3-9764-E085-2281-7C8481A25CA7}"/>
              </a:ext>
            </a:extLst>
          </p:cNvPr>
          <p:cNvSpPr>
            <a:spLocks noGrp="1"/>
          </p:cNvSpPr>
          <p:nvPr>
            <p:ph sz="quarter" idx="13"/>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a:xfrm>
            <a:off x="4896820" y="1710181"/>
            <a:ext cx="6492240" cy="4618903"/>
          </a:xfrm>
        </p:spPr>
        <p:txBody>
          <a:bodyPr>
            <a:normAutofit/>
          </a:bodyPr>
          <a:lstStyle/>
          <a:p>
            <a:pPr marL="0" indent="0">
              <a:spcBef>
                <a:spcPts val="2500"/>
              </a:spcBef>
              <a:buFont typeface="Arial" panose="020B0604020202020204" pitchFamily="34" charset="0"/>
              <a:buNone/>
            </a:pPr>
            <a:r>
              <a:rPr lang="en-US" b="1" dirty="0" err="1"/>
              <a:t>Mapa</a:t>
            </a:r>
            <a:r>
              <a:rPr lang="en-US" b="1" dirty="0"/>
              <a:t> y </a:t>
            </a:r>
            <a:r>
              <a:rPr lang="en-US" b="1" dirty="0" err="1"/>
              <a:t>Límites</a:t>
            </a:r>
            <a:endParaRPr lang="en-US" b="1" dirty="0"/>
          </a:p>
          <a:p>
            <a:pPr marL="0" lvl="1" indent="0">
              <a:buFont typeface="Arial" panose="020B0604020202020204" pitchFamily="34" charset="0"/>
              <a:buNone/>
            </a:pPr>
            <a:r>
              <a:rPr dirty="0"/>
              <a:t>El </a:t>
            </a:r>
            <a:r>
              <a:rPr dirty="0" err="1"/>
              <a:t>mapa</a:t>
            </a:r>
            <a:r>
              <a:rPr dirty="0"/>
              <a:t> </a:t>
            </a:r>
            <a:r>
              <a:rPr dirty="0" err="1"/>
              <a:t>tiene</a:t>
            </a:r>
            <a:r>
              <a:rPr dirty="0"/>
              <a:t> un </a:t>
            </a:r>
            <a:r>
              <a:rPr dirty="0" err="1"/>
              <a:t>tamaño</a:t>
            </a:r>
            <a:r>
              <a:rPr dirty="0"/>
              <a:t> </a:t>
            </a:r>
            <a:r>
              <a:rPr dirty="0" err="1"/>
              <a:t>fijo</a:t>
            </a:r>
            <a:r>
              <a:rPr dirty="0"/>
              <a:t> de 20x20 con </a:t>
            </a:r>
            <a:r>
              <a:rPr dirty="0" err="1"/>
              <a:t>bordes</a:t>
            </a:r>
            <a:r>
              <a:rPr dirty="0"/>
              <a:t> que </a:t>
            </a:r>
            <a:r>
              <a:rPr dirty="0" err="1"/>
              <a:t>delimitan</a:t>
            </a:r>
            <a:r>
              <a:rPr dirty="0"/>
              <a:t> </a:t>
            </a:r>
            <a:r>
              <a:rPr dirty="0" err="1"/>
              <a:t>el</a:t>
            </a:r>
            <a:r>
              <a:rPr dirty="0"/>
              <a:t> </a:t>
            </a:r>
            <a:r>
              <a:rPr dirty="0" err="1"/>
              <a:t>área</a:t>
            </a:r>
            <a:r>
              <a:rPr dirty="0"/>
              <a:t> de </a:t>
            </a:r>
            <a:r>
              <a:rPr dirty="0" err="1"/>
              <a:t>movimiento</a:t>
            </a:r>
            <a:r>
              <a:rPr dirty="0"/>
              <a:t> de la </a:t>
            </a:r>
            <a:r>
              <a:rPr dirty="0" err="1"/>
              <a:t>serpiente</a:t>
            </a:r>
            <a:r>
              <a:rPr dirty="0"/>
              <a:t>.</a:t>
            </a:r>
            <a:endParaRPr lang="en-US" dirty="0"/>
          </a:p>
          <a:p>
            <a:pPr marL="0" indent="0">
              <a:spcBef>
                <a:spcPts val="2500"/>
              </a:spcBef>
              <a:buFont typeface="Arial" panose="020B0604020202020204" pitchFamily="34" charset="0"/>
              <a:buNone/>
            </a:pPr>
            <a:r>
              <a:rPr lang="en-US" b="1" dirty="0"/>
              <a:t>Control de la </a:t>
            </a:r>
            <a:r>
              <a:rPr lang="en-US" b="1" dirty="0" err="1"/>
              <a:t>Serpiente</a:t>
            </a:r>
            <a:endParaRPr lang="en-US" b="1" dirty="0"/>
          </a:p>
          <a:p>
            <a:pPr marL="0" lvl="1" indent="0">
              <a:buFont typeface="Arial" panose="020B0604020202020204" pitchFamily="34" charset="0"/>
              <a:buNone/>
            </a:pPr>
            <a:r>
              <a:rPr dirty="0"/>
              <a:t>La </a:t>
            </a:r>
            <a:r>
              <a:rPr dirty="0" err="1"/>
              <a:t>serpiente</a:t>
            </a:r>
            <a:r>
              <a:rPr dirty="0"/>
              <a:t> </a:t>
            </a:r>
            <a:r>
              <a:rPr dirty="0" err="1"/>
              <a:t>inicia</a:t>
            </a:r>
            <a:r>
              <a:rPr dirty="0"/>
              <a:t> con </a:t>
            </a:r>
            <a:r>
              <a:rPr dirty="0" err="1"/>
              <a:t>tres</a:t>
            </a:r>
            <a:r>
              <a:rPr dirty="0"/>
              <a:t> </a:t>
            </a:r>
            <a:r>
              <a:rPr dirty="0" err="1"/>
              <a:t>segmentos</a:t>
            </a:r>
            <a:r>
              <a:rPr dirty="0"/>
              <a:t> y se </a:t>
            </a:r>
            <a:r>
              <a:rPr dirty="0" err="1"/>
              <a:t>controla</a:t>
            </a:r>
            <a:r>
              <a:rPr dirty="0"/>
              <a:t> </a:t>
            </a:r>
            <a:r>
              <a:rPr dirty="0" err="1"/>
              <a:t>mediante</a:t>
            </a:r>
            <a:r>
              <a:rPr dirty="0"/>
              <a:t> las </a:t>
            </a:r>
            <a:r>
              <a:rPr dirty="0" err="1"/>
              <a:t>teclas</a:t>
            </a:r>
            <a:r>
              <a:rPr dirty="0"/>
              <a:t> de </a:t>
            </a:r>
            <a:r>
              <a:rPr dirty="0" err="1"/>
              <a:t>dirección</a:t>
            </a:r>
            <a:r>
              <a:rPr dirty="0"/>
              <a:t>, </a:t>
            </a:r>
            <a:r>
              <a:rPr dirty="0" err="1"/>
              <a:t>facilitando</a:t>
            </a:r>
            <a:r>
              <a:rPr dirty="0"/>
              <a:t> un </a:t>
            </a:r>
            <a:r>
              <a:rPr dirty="0" err="1"/>
              <a:t>manejo</a:t>
            </a:r>
            <a:r>
              <a:rPr dirty="0"/>
              <a:t> </a:t>
            </a:r>
            <a:r>
              <a:rPr dirty="0" err="1"/>
              <a:t>intuitivo</a:t>
            </a:r>
            <a:r>
              <a:rPr dirty="0"/>
              <a:t>.</a:t>
            </a:r>
            <a:endParaRPr lang="en-US" dirty="0"/>
          </a:p>
          <a:p>
            <a:pPr marL="0" indent="0">
              <a:spcBef>
                <a:spcPts val="2500"/>
              </a:spcBef>
              <a:buFont typeface="Arial" panose="020B0604020202020204" pitchFamily="34" charset="0"/>
              <a:buNone/>
            </a:pPr>
            <a:r>
              <a:rPr lang="en-US" b="1" dirty="0"/>
              <a:t>Comida y </a:t>
            </a:r>
            <a:r>
              <a:rPr lang="en-US" b="1" dirty="0" err="1"/>
              <a:t>Crecimiento</a:t>
            </a:r>
            <a:endParaRPr lang="en-US" b="1" dirty="0"/>
          </a:p>
          <a:p>
            <a:pPr marL="0" lvl="1" indent="0">
              <a:buFont typeface="Arial" panose="020B0604020202020204" pitchFamily="34" charset="0"/>
              <a:buNone/>
            </a:pPr>
            <a:r>
              <a:rPr dirty="0"/>
              <a:t>La comida </a:t>
            </a:r>
            <a:r>
              <a:rPr dirty="0" err="1"/>
              <a:t>aparece</a:t>
            </a:r>
            <a:r>
              <a:rPr dirty="0"/>
              <a:t> </a:t>
            </a:r>
            <a:r>
              <a:rPr dirty="0" err="1"/>
              <a:t>aleatoriamente</a:t>
            </a:r>
            <a:r>
              <a:rPr dirty="0"/>
              <a:t>, y al </a:t>
            </a:r>
            <a:r>
              <a:rPr dirty="0" err="1"/>
              <a:t>consumirla</a:t>
            </a:r>
            <a:r>
              <a:rPr dirty="0"/>
              <a:t> la </a:t>
            </a:r>
            <a:r>
              <a:rPr dirty="0" err="1"/>
              <a:t>serpiente</a:t>
            </a:r>
            <a:r>
              <a:rPr dirty="0"/>
              <a:t> </a:t>
            </a:r>
            <a:r>
              <a:rPr dirty="0" err="1"/>
              <a:t>crece</a:t>
            </a:r>
            <a:r>
              <a:rPr dirty="0"/>
              <a:t> y la </a:t>
            </a:r>
            <a:r>
              <a:rPr dirty="0" err="1"/>
              <a:t>velocidad</a:t>
            </a:r>
            <a:r>
              <a:rPr dirty="0"/>
              <a:t> del </a:t>
            </a:r>
            <a:r>
              <a:rPr dirty="0" err="1"/>
              <a:t>juego</a:t>
            </a:r>
            <a:r>
              <a:rPr dirty="0"/>
              <a:t> </a:t>
            </a:r>
            <a:r>
              <a:rPr dirty="0" err="1"/>
              <a:t>aumenta</a:t>
            </a:r>
            <a:r>
              <a:rPr dirty="0"/>
              <a:t> </a:t>
            </a:r>
            <a:r>
              <a:rPr dirty="0" err="1"/>
              <a:t>progresivamente</a:t>
            </a:r>
            <a:r>
              <a:rPr dirty="0"/>
              <a:t>.</a:t>
            </a:r>
            <a:endParaRPr lang="en-US" dirty="0"/>
          </a:p>
          <a:p>
            <a:pPr marL="0" indent="0">
              <a:spcBef>
                <a:spcPts val="2500"/>
              </a:spcBef>
              <a:buFont typeface="Arial" panose="020B0604020202020204" pitchFamily="34" charset="0"/>
              <a:buNone/>
            </a:pPr>
            <a:r>
              <a:rPr lang="en-US" b="1" dirty="0" err="1"/>
              <a:t>Detección</a:t>
            </a:r>
            <a:r>
              <a:rPr lang="en-US" b="1" dirty="0"/>
              <a:t> de </a:t>
            </a:r>
            <a:r>
              <a:rPr lang="en-US" b="1" dirty="0" err="1"/>
              <a:t>Colisiones</a:t>
            </a:r>
            <a:endParaRPr lang="en-US" b="1" dirty="0"/>
          </a:p>
          <a:p>
            <a:pPr marL="0" lvl="1" indent="0">
              <a:buFont typeface="Arial" panose="020B0604020202020204" pitchFamily="34" charset="0"/>
              <a:buNone/>
            </a:pPr>
            <a:r>
              <a:rPr dirty="0"/>
              <a:t>El </a:t>
            </a:r>
            <a:r>
              <a:rPr dirty="0" err="1"/>
              <a:t>juego</a:t>
            </a:r>
            <a:r>
              <a:rPr dirty="0"/>
              <a:t> </a:t>
            </a:r>
            <a:r>
              <a:rPr dirty="0" err="1"/>
              <a:t>detecta</a:t>
            </a:r>
            <a:r>
              <a:rPr dirty="0"/>
              <a:t> </a:t>
            </a:r>
            <a:r>
              <a:rPr dirty="0" err="1"/>
              <a:t>colisiones</a:t>
            </a:r>
            <a:r>
              <a:rPr dirty="0"/>
              <a:t> con </a:t>
            </a:r>
            <a:r>
              <a:rPr dirty="0" err="1"/>
              <a:t>paredes</a:t>
            </a:r>
            <a:r>
              <a:rPr dirty="0"/>
              <a:t> y con </a:t>
            </a:r>
            <a:r>
              <a:rPr dirty="0" err="1"/>
              <a:t>el</a:t>
            </a:r>
            <a:r>
              <a:rPr dirty="0"/>
              <a:t> </a:t>
            </a:r>
            <a:r>
              <a:rPr dirty="0" err="1"/>
              <a:t>cuerpo</a:t>
            </a:r>
            <a:r>
              <a:rPr dirty="0"/>
              <a:t> de la </a:t>
            </a:r>
            <a:r>
              <a:rPr dirty="0" err="1"/>
              <a:t>serpiente</a:t>
            </a:r>
            <a:r>
              <a:rPr dirty="0"/>
              <a:t>, </a:t>
            </a:r>
            <a:r>
              <a:rPr dirty="0" err="1"/>
              <a:t>terminando</a:t>
            </a:r>
            <a:r>
              <a:rPr dirty="0"/>
              <a:t> </a:t>
            </a:r>
            <a:r>
              <a:rPr dirty="0" err="1"/>
              <a:t>el</a:t>
            </a:r>
            <a:r>
              <a:rPr dirty="0"/>
              <a:t> </a:t>
            </a:r>
            <a:r>
              <a:rPr dirty="0" err="1"/>
              <a:t>juego</a:t>
            </a:r>
            <a:r>
              <a:rPr dirty="0"/>
              <a:t> </a:t>
            </a:r>
            <a:r>
              <a:rPr dirty="0" err="1"/>
              <a:t>si</a:t>
            </a:r>
            <a:r>
              <a:rPr dirty="0"/>
              <a:t> </a:t>
            </a:r>
            <a:r>
              <a:rPr dirty="0" err="1"/>
              <a:t>ocurre</a:t>
            </a:r>
            <a:r>
              <a:rPr dirty="0"/>
              <a:t> </a:t>
            </a:r>
            <a:r>
              <a:rPr dirty="0" err="1"/>
              <a:t>alguna</a:t>
            </a:r>
            <a:r>
              <a:rPr dirty="0"/>
              <a:t>.</a:t>
            </a:r>
            <a:endParaRPr lang="en-US" dirty="0"/>
          </a:p>
        </p:txBody>
      </p:sp>
      <p:pic>
        <p:nvPicPr>
          <p:cNvPr id="11" name="Imagen 10">
            <a:extLst>
              <a:ext uri="{FF2B5EF4-FFF2-40B4-BE49-F238E27FC236}">
                <a16:creationId xmlns:a16="http://schemas.microsoft.com/office/drawing/2014/main" id="{4D2F2F92-A0C4-4E8C-B00E-0A2AA5901D50}"/>
              </a:ext>
            </a:extLst>
          </p:cNvPr>
          <p:cNvPicPr>
            <a:picLocks noChangeAspect="1"/>
          </p:cNvPicPr>
          <p:nvPr/>
        </p:nvPicPr>
        <p:blipFill rotWithShape="1">
          <a:blip r:embed="rId3">
            <a:extLst>
              <a:ext uri="{28A0092B-C50C-407E-A947-70E740481C1C}">
                <a14:useLocalDpi xmlns:a14="http://schemas.microsoft.com/office/drawing/2010/main" val="0"/>
              </a:ext>
            </a:extLst>
          </a:blip>
          <a:srcRect l="5822"/>
          <a:stretch/>
        </p:blipFill>
        <p:spPr>
          <a:xfrm>
            <a:off x="0" y="0"/>
            <a:ext cx="4496090" cy="6858000"/>
          </a:xfrm>
          <a:prstGeom prst="rect">
            <a:avLst/>
          </a:prstGeom>
        </p:spPr>
      </p:pic>
    </p:spTree>
    <p:extLst>
      <p:ext uri="{BB962C8B-B14F-4D97-AF65-F5344CB8AC3E}">
        <p14:creationId xmlns:p14="http://schemas.microsoft.com/office/powerpoint/2010/main" val="3271911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23D9F9-0DD5-0D47-424F-77E0DB330C5C}"/>
              </a:ext>
            </a:extLst>
          </p:cNvPr>
          <p:cNvSpPr>
            <a:spLocks noGrp="1"/>
          </p:cNvSpPr>
          <p:nvPr>
            <p:ph type="title"/>
          </p:nvPr>
        </p:nvSpPr>
        <p:spPr>
          <a:xfrm>
            <a:off x="3018499" y="952500"/>
            <a:ext cx="8887299" cy="5636798"/>
          </a:xfrm>
        </p:spPr>
        <p:txBody>
          <a:bodyPr anchor="b">
            <a:normAutofit/>
          </a:bodyPr>
          <a:lstStyle/>
          <a:p>
            <a:r>
              <a:rPr lang="en-US"/>
              <a:t>Conclusiones y Mejoras</a:t>
            </a:r>
          </a:p>
        </p:txBody>
      </p:sp>
    </p:spTree>
    <p:extLst>
      <p:ext uri="{BB962C8B-B14F-4D97-AF65-F5344CB8AC3E}">
        <p14:creationId xmlns:p14="http://schemas.microsoft.com/office/powerpoint/2010/main" val="3802074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0B913-AA10-AA2F-6430-9F0619D9D1E9}"/>
              </a:ext>
            </a:extLst>
          </p:cNvPr>
          <p:cNvSpPr>
            <a:spLocks noGrp="1"/>
          </p:cNvSpPr>
          <p:nvPr>
            <p:ph type="title"/>
          </p:nvPr>
        </p:nvSpPr>
        <p:spPr>
          <a:xfrm>
            <a:off x="8159103" y="952500"/>
            <a:ext cx="3239262" cy="1582882"/>
          </a:xfrm>
        </p:spPr>
        <p:txBody>
          <a:bodyPr anchor="b">
            <a:normAutofit/>
          </a:bodyPr>
          <a:lstStyle/>
          <a:p>
            <a:r>
              <a:rPr lang="en-US"/>
              <a:t>Aprendizajes y Futuras Implementaciones</a:t>
            </a:r>
          </a:p>
        </p:txBody>
      </p:sp>
      <p:sp>
        <p:nvSpPr>
          <p:cNvPr id="7" name="Content Placeholder 6">
            <a:extLst>
              <a:ext uri="{FF2B5EF4-FFF2-40B4-BE49-F238E27FC236}">
                <a16:creationId xmlns:a16="http://schemas.microsoft.com/office/drawing/2014/main" id="{C639FA8F-8495-D0DD-C960-79C899C67774}"/>
              </a:ext>
            </a:extLst>
          </p:cNvPr>
          <p:cNvSpPr>
            <a:spLocks noGrp="1"/>
          </p:cNvSpPr>
          <p:nvPr>
            <p:ph sz="quarter" idx="14"/>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a:xfrm>
            <a:off x="8159103" y="3103929"/>
            <a:ext cx="3239262" cy="3109836"/>
          </a:xfrm>
        </p:spPr>
        <p:txBody>
          <a:bodyPr>
            <a:normAutofit/>
          </a:bodyPr>
          <a:lstStyle/>
          <a:p>
            <a:pPr marL="0" indent="0">
              <a:lnSpc>
                <a:spcPct val="110000"/>
              </a:lnSpc>
              <a:spcBef>
                <a:spcPts val="2500"/>
              </a:spcBef>
              <a:buFont typeface="Arial" panose="020B0604020202020204" pitchFamily="34" charset="0"/>
              <a:buNone/>
            </a:pPr>
            <a:r>
              <a:rPr lang="en-US" sz="1000" b="1"/>
              <a:t>Conocimientos Fundamentales</a:t>
            </a:r>
          </a:p>
          <a:p>
            <a:pPr marL="0" lvl="1" indent="0">
              <a:lnSpc>
                <a:spcPct val="110000"/>
              </a:lnSpc>
              <a:buFont typeface="Arial" panose="020B0604020202020204" pitchFamily="34" charset="0"/>
              <a:buNone/>
            </a:pPr>
            <a:r>
              <a:rPr lang="en-US" sz="1000"/>
              <a:t>Se consolidaron conocimientos sobre lógica de programación, estructuras de datos y control de flujo en Python.</a:t>
            </a:r>
          </a:p>
          <a:p>
            <a:pPr marL="0" indent="0">
              <a:lnSpc>
                <a:spcPct val="110000"/>
              </a:lnSpc>
              <a:spcBef>
                <a:spcPts val="2500"/>
              </a:spcBef>
              <a:buFont typeface="Arial" panose="020B0604020202020204" pitchFamily="34" charset="0"/>
              <a:buNone/>
            </a:pPr>
            <a:r>
              <a:rPr lang="en-US" sz="1000" b="1"/>
              <a:t>Interacción y Gestión de Eventos</a:t>
            </a:r>
          </a:p>
          <a:p>
            <a:pPr marL="0" lvl="1" indent="0">
              <a:lnSpc>
                <a:spcPct val="110000"/>
              </a:lnSpc>
              <a:buFont typeface="Arial" panose="020B0604020202020204" pitchFamily="34" charset="0"/>
              <a:buNone/>
            </a:pPr>
            <a:r>
              <a:rPr lang="en-US" sz="1000"/>
              <a:t>Se integraron librerías externas para capturar eventos y gestionar la interacción en tiempo real del juego.</a:t>
            </a:r>
          </a:p>
          <a:p>
            <a:pPr marL="0" indent="0">
              <a:lnSpc>
                <a:spcPct val="110000"/>
              </a:lnSpc>
              <a:spcBef>
                <a:spcPts val="2500"/>
              </a:spcBef>
              <a:buFont typeface="Arial" panose="020B0604020202020204" pitchFamily="34" charset="0"/>
              <a:buNone/>
            </a:pPr>
            <a:r>
              <a:rPr lang="en-US" sz="1000" b="1"/>
              <a:t>Mejoras Futuras Propuestas</a:t>
            </a:r>
          </a:p>
          <a:p>
            <a:pPr marL="0" lvl="1" indent="0">
              <a:lnSpc>
                <a:spcPct val="110000"/>
              </a:lnSpc>
              <a:buFont typeface="Arial" panose="020B0604020202020204" pitchFamily="34" charset="0"/>
              <a:buNone/>
            </a:pPr>
            <a:r>
              <a:rPr lang="en-US" sz="1000"/>
              <a:t>Se propone implementar interfaz gráfica, sistema de puntuación, niveles variados y efectos sonoros para enriquecer el juego.</a:t>
            </a:r>
          </a:p>
        </p:txBody>
      </p:sp>
      <p:pic>
        <p:nvPicPr>
          <p:cNvPr id="11" name="Imagen 10">
            <a:extLst>
              <a:ext uri="{FF2B5EF4-FFF2-40B4-BE49-F238E27FC236}">
                <a16:creationId xmlns:a16="http://schemas.microsoft.com/office/drawing/2014/main" id="{6C2A04AB-0475-4BB6-9FCE-C76567E600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76829"/>
            <a:ext cx="7274275" cy="3957171"/>
          </a:xfrm>
          <a:prstGeom prst="rect">
            <a:avLst/>
          </a:prstGeom>
        </p:spPr>
      </p:pic>
      <p:sp>
        <p:nvSpPr>
          <p:cNvPr id="13" name="CuadroTexto 12">
            <a:hlinkClick r:id="rId4"/>
            <a:extLst>
              <a:ext uri="{FF2B5EF4-FFF2-40B4-BE49-F238E27FC236}">
                <a16:creationId xmlns:a16="http://schemas.microsoft.com/office/drawing/2014/main" id="{4490F07D-F0AA-4B76-BD61-DBA654BA5F2D}"/>
              </a:ext>
            </a:extLst>
          </p:cNvPr>
          <p:cNvSpPr txBox="1"/>
          <p:nvPr/>
        </p:nvSpPr>
        <p:spPr>
          <a:xfrm>
            <a:off x="579022" y="5661546"/>
            <a:ext cx="6403100" cy="369332"/>
          </a:xfrm>
          <a:prstGeom prst="rect">
            <a:avLst/>
          </a:prstGeom>
          <a:noFill/>
        </p:spPr>
        <p:txBody>
          <a:bodyPr wrap="none" rtlCol="0">
            <a:spAutoFit/>
          </a:bodyPr>
          <a:lstStyle/>
          <a:p>
            <a:r>
              <a:rPr lang="es-MX" dirty="0"/>
              <a:t>Link del proyecto: https://github.com/gusluzard/juego_snake.git</a:t>
            </a:r>
            <a:endParaRPr lang="es-EC" dirty="0"/>
          </a:p>
        </p:txBody>
      </p:sp>
    </p:spTree>
    <p:extLst>
      <p:ext uri="{BB962C8B-B14F-4D97-AF65-F5344CB8AC3E}">
        <p14:creationId xmlns:p14="http://schemas.microsoft.com/office/powerpoint/2010/main" val="22454785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Degradado oscuro">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_wac_EF_v6" id="{47884C33-930F-4983-8A90-805F27C1336E}" vid="{C24D1BEE-D710-440D-8162-B32A89E9C683}"/>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Image xmlns="71af3243-3dd4-4a8d-8c0d-dd76da1f02a5">
      <Url xsi:nil="true"/>
      <Description xsi:nil="true"/>
    </Image>
    <Status xmlns="71af3243-3dd4-4a8d-8c0d-dd76da1f02a5">Not started</Status>
    <Background xmlns="71af3243-3dd4-4a8d-8c0d-dd76da1f02a5">false</Background>
    <ImageTagsTaxHTField xmlns="71af3243-3dd4-4a8d-8c0d-dd76da1f02a5">
      <Terms xmlns="http://schemas.microsoft.com/office/infopath/2007/PartnerControls"/>
    </ImageTagsTaxHTField>
    <MediaServiceKeyPoints xmlns="71af3243-3dd4-4a8d-8c0d-dd76da1f02a5" xsi:nil="true"/>
  </documentManagement>
</p:properties>
</file>

<file path=customXml/itemProps1.xml><?xml version="1.0" encoding="utf-8"?>
<ds:datastoreItem xmlns:ds="http://schemas.openxmlformats.org/officeDocument/2006/customXml" ds:itemID="{5C2D0E46-786A-45D3-8CE5-638765D8BA3B}">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3888480-CF61-459A-B049-2565BF1B6C26}">
  <ds:schemaRefs>
    <ds:schemaRef ds:uri="http://schemas.microsoft.com/sharepoint/v3/contenttype/forms"/>
  </ds:schemaRefs>
</ds:datastoreItem>
</file>

<file path=customXml/itemProps3.xml><?xml version="1.0" encoding="utf-8"?>
<ds:datastoreItem xmlns:ds="http://schemas.openxmlformats.org/officeDocument/2006/customXml" ds:itemID="{DCDFE19F-3BE8-48B3-9B35-A01B9C3497A7}">
  <ds:schemaRefs>
    <ds:schemaRef ds:uri="http://schemas.microsoft.com/office/2006/metadata/properties"/>
    <ds:schemaRef ds:uri="http://purl.org/dc/elements/1.1/"/>
    <ds:schemaRef ds:uri="http://purl.org/dc/dcmitype/"/>
    <ds:schemaRef ds:uri="http://schemas.microsoft.com/office/infopath/2007/PartnerControls"/>
    <ds:schemaRef ds:uri="http://schemas.openxmlformats.org/package/2006/metadata/core-properties"/>
    <ds:schemaRef ds:uri="http://schemas.microsoft.com/sharepoint/v3"/>
    <ds:schemaRef ds:uri="http://www.w3.org/XML/1998/namespace"/>
    <ds:schemaRef ds:uri="http://schemas.microsoft.com/office/2006/documentManagement/types"/>
    <ds:schemaRef ds:uri="71af3243-3dd4-4a8d-8c0d-dd76da1f02a5"/>
    <ds:schemaRef ds:uri="230e9df3-be65-4c73-a93b-d1236ebd677e"/>
    <ds:schemaRef ds:uri="16c05727-aa75-4e4a-9b5f-8a80a1165891"/>
    <ds:schemaRef ds:uri="http://purl.org/dc/te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220</TotalTime>
  <Words>1744</Words>
  <Application>Microsoft Office PowerPoint</Application>
  <PresentationFormat>Panorámica</PresentationFormat>
  <Paragraphs>71</Paragraphs>
  <Slides>13</Slides>
  <Notes>13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13</vt:i4>
      </vt:variant>
    </vt:vector>
  </HeadingPairs>
  <TitlesOfParts>
    <vt:vector size="18" baseType="lpstr">
      <vt:lpstr>Aptos</vt:lpstr>
      <vt:lpstr>Arial</vt:lpstr>
      <vt:lpstr>Arial Nova Light</vt:lpstr>
      <vt:lpstr>Neue Haas Grotesk Text Pro</vt:lpstr>
      <vt:lpstr>Degradado oscuro</vt:lpstr>
      <vt:lpstr>Proyecto Final: Juego de la Serpiente en Python  Estudiante: Gustavo Luzardo Soledispa  Asignatura: Lógica de Programación</vt:lpstr>
      <vt:lpstr>Introducción al Proyecto</vt:lpstr>
      <vt:lpstr>Descripción y Objetivo</vt:lpstr>
      <vt:lpstr>Flujo del Juego</vt:lpstr>
      <vt:lpstr>Diagrama y Secuencia Lógica</vt:lpstr>
      <vt:lpstr>Tecnologías Utilizadas</vt:lpstr>
      <vt:lpstr>Lenguaje y Librerías</vt:lpstr>
      <vt:lpstr>Estructura del Código</vt:lpstr>
      <vt:lpstr>Componentes y Funciones Clave</vt:lpstr>
      <vt:lpstr>Características del Juego</vt:lpstr>
      <vt:lpstr>Funcionalidades Principales</vt:lpstr>
      <vt:lpstr>Conclusiones y Mejoras</vt:lpstr>
      <vt:lpstr>Aprendizajes y Futuras Implementaciones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Final: Juego de la Serpiente en Python  Estudiante: Gustavo Luzardo Soledispa  Asignatura: Lógica de Programación</dc:title>
  <cp:lastModifiedBy>Gustavo Luzardo Soledispa</cp:lastModifiedBy>
  <cp:revision>14</cp:revision>
  <dcterms:created xsi:type="dcterms:W3CDTF">2025-08-11T21:04:54Z</dcterms:created>
  <dcterms:modified xsi:type="dcterms:W3CDTF">2025-12-20T21:44:41Z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